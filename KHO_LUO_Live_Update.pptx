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xml" ContentType="application/vnd.openxmlformats-officedocument.presentationml.tags+xml"/>
  <Override PartName="/ppt/notesSlides/notesSlide11.xml" ContentType="application/vnd.openxmlformats-officedocument.presentationml.notesSlide+xml"/>
  <Override PartName="/ppt/tags/tag3.xml" ContentType="application/vnd.openxmlformats-officedocument.presentationml.tags+xml"/>
  <Override PartName="/ppt/notesSlides/notesSlide12.xml" ContentType="application/vnd.openxmlformats-officedocument.presentationml.notesSlide+xml"/>
  <Override PartName="/ppt/tags/tag4.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5"/>
  </p:notesMasterIdLst>
  <p:handoutMasterIdLst>
    <p:handoutMasterId r:id="rId26"/>
  </p:handoutMasterIdLst>
  <p:sldIdLst>
    <p:sldId id="262" r:id="rId5"/>
    <p:sldId id="317" r:id="rId6"/>
    <p:sldId id="2134096402" r:id="rId7"/>
    <p:sldId id="2134096411" r:id="rId8"/>
    <p:sldId id="2134096412" r:id="rId9"/>
    <p:sldId id="2134096410" r:id="rId10"/>
    <p:sldId id="2103812756" r:id="rId11"/>
    <p:sldId id="2134096422" r:id="rId12"/>
    <p:sldId id="2134096433" r:id="rId13"/>
    <p:sldId id="2134096307" r:id="rId14"/>
    <p:sldId id="2103812761" r:id="rId15"/>
    <p:sldId id="701" r:id="rId16"/>
    <p:sldId id="472" r:id="rId17"/>
    <p:sldId id="2134096308" r:id="rId18"/>
    <p:sldId id="2134096309" r:id="rId19"/>
    <p:sldId id="2134096404" r:id="rId20"/>
    <p:sldId id="2103812795" r:id="rId21"/>
    <p:sldId id="1782" r:id="rId22"/>
    <p:sldId id="2134096434" r:id="rId23"/>
    <p:sldId id="410" r:id="rId24"/>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FFFFFF"/>
    <a:srgbClr val="004A86"/>
    <a:srgbClr val="2872C5"/>
    <a:srgbClr val="525252"/>
    <a:srgbClr val="00C7FD"/>
    <a:srgbClr val="0068B5"/>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437979-1903-45E7-A4C4-BEB6634A64A9}" v="6" dt="2023-02-16T14:09:42.00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144" autoAdjust="0"/>
    <p:restoredTop sz="87169" autoAdjust="0"/>
  </p:normalViewPr>
  <p:slideViewPr>
    <p:cSldViewPr snapToGrid="0" snapToObjects="1">
      <p:cViewPr varScale="1">
        <p:scale>
          <a:sx n="74" d="100"/>
          <a:sy n="74" d="100"/>
        </p:scale>
        <p:origin x="360" y="67"/>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u, Yanjun" userId="aae12638-6f5e-40eb-ab19-7cf662dbe66c" providerId="ADAL" clId="{AFE8B22D-33C0-48A0-9807-6AC1F12E5696}"/>
    <pc:docChg chg="undo custSel modSld">
      <pc:chgData name="Zhu, Yanjun" userId="aae12638-6f5e-40eb-ab19-7cf662dbe66c" providerId="ADAL" clId="{AFE8B22D-33C0-48A0-9807-6AC1F12E5696}" dt="2023-02-15T08:57:14.662" v="50" actId="207"/>
      <pc:docMkLst>
        <pc:docMk/>
      </pc:docMkLst>
      <pc:sldChg chg="addSp modSp mod">
        <pc:chgData name="Zhu, Yanjun" userId="aae12638-6f5e-40eb-ab19-7cf662dbe66c" providerId="ADAL" clId="{AFE8B22D-33C0-48A0-9807-6AC1F12E5696}" dt="2023-02-15T08:42:18.582" v="1" actId="207"/>
        <pc:sldMkLst>
          <pc:docMk/>
          <pc:sldMk cId="3102934450" sldId="262"/>
        </pc:sldMkLst>
        <pc:spChg chg="add mod">
          <ac:chgData name="Zhu, Yanjun" userId="aae12638-6f5e-40eb-ab19-7cf662dbe66c" providerId="ADAL" clId="{AFE8B22D-33C0-48A0-9807-6AC1F12E5696}" dt="2023-02-15T08:42:18.582" v="1" actId="207"/>
          <ac:spMkLst>
            <pc:docMk/>
            <pc:sldMk cId="3102934450" sldId="262"/>
            <ac:spMk id="3" creationId="{40274368-46C5-84D2-879F-CE3AA706CB93}"/>
          </ac:spMkLst>
        </pc:spChg>
      </pc:sldChg>
      <pc:sldChg chg="addSp modSp mod">
        <pc:chgData name="Zhu, Yanjun" userId="aae12638-6f5e-40eb-ab19-7cf662dbe66c" providerId="ADAL" clId="{AFE8B22D-33C0-48A0-9807-6AC1F12E5696}" dt="2023-02-15T08:55:23.786" v="40" actId="207"/>
        <pc:sldMkLst>
          <pc:docMk/>
          <pc:sldMk cId="2743925732" sldId="314"/>
        </pc:sldMkLst>
        <pc:spChg chg="add mod">
          <ac:chgData name="Zhu, Yanjun" userId="aae12638-6f5e-40eb-ab19-7cf662dbe66c" providerId="ADAL" clId="{AFE8B22D-33C0-48A0-9807-6AC1F12E5696}" dt="2023-02-15T08:55:23.786" v="40" actId="207"/>
          <ac:spMkLst>
            <pc:docMk/>
            <pc:sldMk cId="2743925732" sldId="314"/>
            <ac:spMk id="4" creationId="{1A010140-1F5A-B992-D0F4-B3B27388D9B3}"/>
          </ac:spMkLst>
        </pc:spChg>
      </pc:sldChg>
      <pc:sldChg chg="addSp modSp mod">
        <pc:chgData name="Zhu, Yanjun" userId="aae12638-6f5e-40eb-ab19-7cf662dbe66c" providerId="ADAL" clId="{AFE8B22D-33C0-48A0-9807-6AC1F12E5696}" dt="2023-02-15T08:42:47.319" v="4" actId="207"/>
        <pc:sldMkLst>
          <pc:docMk/>
          <pc:sldMk cId="3403789381" sldId="317"/>
        </pc:sldMkLst>
        <pc:spChg chg="add mod">
          <ac:chgData name="Zhu, Yanjun" userId="aae12638-6f5e-40eb-ab19-7cf662dbe66c" providerId="ADAL" clId="{AFE8B22D-33C0-48A0-9807-6AC1F12E5696}" dt="2023-02-15T08:42:47.319" v="4" actId="207"/>
          <ac:spMkLst>
            <pc:docMk/>
            <pc:sldMk cId="3403789381" sldId="317"/>
            <ac:spMk id="3" creationId="{5F7E09CF-A802-7397-509E-C6244E2FE66A}"/>
          </ac:spMkLst>
        </pc:spChg>
      </pc:sldChg>
      <pc:sldChg chg="addSp modSp mod">
        <pc:chgData name="Zhu, Yanjun" userId="aae12638-6f5e-40eb-ab19-7cf662dbe66c" providerId="ADAL" clId="{AFE8B22D-33C0-48A0-9807-6AC1F12E5696}" dt="2023-02-15T08:57:14.662" v="50" actId="207"/>
        <pc:sldMkLst>
          <pc:docMk/>
          <pc:sldMk cId="880071407" sldId="410"/>
        </pc:sldMkLst>
        <pc:spChg chg="add mod">
          <ac:chgData name="Zhu, Yanjun" userId="aae12638-6f5e-40eb-ab19-7cf662dbe66c" providerId="ADAL" clId="{AFE8B22D-33C0-48A0-9807-6AC1F12E5696}" dt="2023-02-15T08:57:14.662" v="50" actId="207"/>
          <ac:spMkLst>
            <pc:docMk/>
            <pc:sldMk cId="880071407" sldId="410"/>
            <ac:spMk id="6" creationId="{BE663C6C-C88A-20AB-B612-F6D07079E524}"/>
          </ac:spMkLst>
        </pc:spChg>
      </pc:sldChg>
      <pc:sldChg chg="addSp modSp mod">
        <pc:chgData name="Zhu, Yanjun" userId="aae12638-6f5e-40eb-ab19-7cf662dbe66c" providerId="ADAL" clId="{AFE8B22D-33C0-48A0-9807-6AC1F12E5696}" dt="2023-02-15T08:49:59.582" v="28" actId="207"/>
        <pc:sldMkLst>
          <pc:docMk/>
          <pc:sldMk cId="2418005354" sldId="472"/>
        </pc:sldMkLst>
        <pc:spChg chg="add mod">
          <ac:chgData name="Zhu, Yanjun" userId="aae12638-6f5e-40eb-ab19-7cf662dbe66c" providerId="ADAL" clId="{AFE8B22D-33C0-48A0-9807-6AC1F12E5696}" dt="2023-02-15T08:49:48.687" v="26" actId="207"/>
          <ac:spMkLst>
            <pc:docMk/>
            <pc:sldMk cId="2418005354" sldId="472"/>
            <ac:spMk id="5" creationId="{FE1C4AC1-B7E9-0EAE-530F-8D7D34FB39BA}"/>
          </ac:spMkLst>
        </pc:spChg>
        <pc:spChg chg="add mod">
          <ac:chgData name="Zhu, Yanjun" userId="aae12638-6f5e-40eb-ab19-7cf662dbe66c" providerId="ADAL" clId="{AFE8B22D-33C0-48A0-9807-6AC1F12E5696}" dt="2023-02-15T08:49:59.582" v="28" actId="207"/>
          <ac:spMkLst>
            <pc:docMk/>
            <pc:sldMk cId="2418005354" sldId="472"/>
            <ac:spMk id="6" creationId="{FE54F87C-4DFC-494B-606F-0F813788FA76}"/>
          </ac:spMkLst>
        </pc:spChg>
      </pc:sldChg>
      <pc:sldChg chg="addSp modSp mod">
        <pc:chgData name="Zhu, Yanjun" userId="aae12638-6f5e-40eb-ab19-7cf662dbe66c" providerId="ADAL" clId="{AFE8B22D-33C0-48A0-9807-6AC1F12E5696}" dt="2023-02-15T08:49:15.018" v="24" actId="207"/>
        <pc:sldMkLst>
          <pc:docMk/>
          <pc:sldMk cId="3184345530" sldId="701"/>
        </pc:sldMkLst>
        <pc:spChg chg="add mod">
          <ac:chgData name="Zhu, Yanjun" userId="aae12638-6f5e-40eb-ab19-7cf662dbe66c" providerId="ADAL" clId="{AFE8B22D-33C0-48A0-9807-6AC1F12E5696}" dt="2023-02-15T08:49:15.018" v="24" actId="207"/>
          <ac:spMkLst>
            <pc:docMk/>
            <pc:sldMk cId="3184345530" sldId="701"/>
            <ac:spMk id="5" creationId="{E1532799-979E-BFDE-CB56-C2CB85AFDE5B}"/>
          </ac:spMkLst>
        </pc:spChg>
      </pc:sldChg>
      <pc:sldChg chg="addSp modSp mod">
        <pc:chgData name="Zhu, Yanjun" userId="aae12638-6f5e-40eb-ab19-7cf662dbe66c" providerId="ADAL" clId="{AFE8B22D-33C0-48A0-9807-6AC1F12E5696}" dt="2023-02-15T08:54:45.189" v="38" actId="207"/>
        <pc:sldMkLst>
          <pc:docMk/>
          <pc:sldMk cId="1436189459" sldId="1782"/>
        </pc:sldMkLst>
        <pc:spChg chg="add mod">
          <ac:chgData name="Zhu, Yanjun" userId="aae12638-6f5e-40eb-ab19-7cf662dbe66c" providerId="ADAL" clId="{AFE8B22D-33C0-48A0-9807-6AC1F12E5696}" dt="2023-02-15T08:54:45.189" v="38" actId="207"/>
          <ac:spMkLst>
            <pc:docMk/>
            <pc:sldMk cId="1436189459" sldId="1782"/>
            <ac:spMk id="6" creationId="{2E9F6EE0-16D7-EDCD-4EA5-2305DA887CAE}"/>
          </ac:spMkLst>
        </pc:spChg>
      </pc:sldChg>
      <pc:sldChg chg="addSp modSp mod">
        <pc:chgData name="Zhu, Yanjun" userId="aae12638-6f5e-40eb-ab19-7cf662dbe66c" providerId="ADAL" clId="{AFE8B22D-33C0-48A0-9807-6AC1F12E5696}" dt="2023-02-15T08:55:38.398" v="42" actId="207"/>
        <pc:sldMkLst>
          <pc:docMk/>
          <pc:sldMk cId="904241084" sldId="1865"/>
        </pc:sldMkLst>
        <pc:spChg chg="add mod">
          <ac:chgData name="Zhu, Yanjun" userId="aae12638-6f5e-40eb-ab19-7cf662dbe66c" providerId="ADAL" clId="{AFE8B22D-33C0-48A0-9807-6AC1F12E5696}" dt="2023-02-15T08:55:38.398" v="42" actId="207"/>
          <ac:spMkLst>
            <pc:docMk/>
            <pc:sldMk cId="904241084" sldId="1865"/>
            <ac:spMk id="4" creationId="{5A5107D3-FD48-8724-8976-49543A837DE8}"/>
          </ac:spMkLst>
        </pc:spChg>
      </pc:sldChg>
      <pc:sldChg chg="addSp modSp mod">
        <pc:chgData name="Zhu, Yanjun" userId="aae12638-6f5e-40eb-ab19-7cf662dbe66c" providerId="ADAL" clId="{AFE8B22D-33C0-48A0-9807-6AC1F12E5696}" dt="2023-02-15T08:47:16.617" v="14" actId="207"/>
        <pc:sldMkLst>
          <pc:docMk/>
          <pc:sldMk cId="1279626695" sldId="2103812756"/>
        </pc:sldMkLst>
        <pc:spChg chg="add mod">
          <ac:chgData name="Zhu, Yanjun" userId="aae12638-6f5e-40eb-ab19-7cf662dbe66c" providerId="ADAL" clId="{AFE8B22D-33C0-48A0-9807-6AC1F12E5696}" dt="2023-02-15T08:47:16.617" v="14" actId="207"/>
          <ac:spMkLst>
            <pc:docMk/>
            <pc:sldMk cId="1279626695" sldId="2103812756"/>
            <ac:spMk id="4" creationId="{094E1AA5-4A14-65D3-C922-1D506BD4ACE4}"/>
          </ac:spMkLst>
        </pc:spChg>
      </pc:sldChg>
      <pc:sldChg chg="addSp delSp modSp mod">
        <pc:chgData name="Zhu, Yanjun" userId="aae12638-6f5e-40eb-ab19-7cf662dbe66c" providerId="ADAL" clId="{AFE8B22D-33C0-48A0-9807-6AC1F12E5696}" dt="2023-02-15T08:47:49.707" v="18" actId="207"/>
        <pc:sldMkLst>
          <pc:docMk/>
          <pc:sldMk cId="2106785303" sldId="2103812757"/>
        </pc:sldMkLst>
        <pc:spChg chg="add del">
          <ac:chgData name="Zhu, Yanjun" userId="aae12638-6f5e-40eb-ab19-7cf662dbe66c" providerId="ADAL" clId="{AFE8B22D-33C0-48A0-9807-6AC1F12E5696}" dt="2023-02-15T08:47:34.609" v="16" actId="11529"/>
          <ac:spMkLst>
            <pc:docMk/>
            <pc:sldMk cId="2106785303" sldId="2103812757"/>
            <ac:spMk id="3" creationId="{4E98533F-F5C9-244F-7B1F-31CB6582AF4A}"/>
          </ac:spMkLst>
        </pc:spChg>
        <pc:spChg chg="add mod">
          <ac:chgData name="Zhu, Yanjun" userId="aae12638-6f5e-40eb-ab19-7cf662dbe66c" providerId="ADAL" clId="{AFE8B22D-33C0-48A0-9807-6AC1F12E5696}" dt="2023-02-15T08:47:49.707" v="18" actId="207"/>
          <ac:spMkLst>
            <pc:docMk/>
            <pc:sldMk cId="2106785303" sldId="2103812757"/>
            <ac:spMk id="7" creationId="{78F5A41A-6950-4AD9-E7F8-B33DF51A6FE2}"/>
          </ac:spMkLst>
        </pc:spChg>
      </pc:sldChg>
      <pc:sldChg chg="addSp modSp mod">
        <pc:chgData name="Zhu, Yanjun" userId="aae12638-6f5e-40eb-ab19-7cf662dbe66c" providerId="ADAL" clId="{AFE8B22D-33C0-48A0-9807-6AC1F12E5696}" dt="2023-02-15T08:48:47.784" v="22" actId="207"/>
        <pc:sldMkLst>
          <pc:docMk/>
          <pc:sldMk cId="2641614631" sldId="2103812761"/>
        </pc:sldMkLst>
        <pc:spChg chg="add mod">
          <ac:chgData name="Zhu, Yanjun" userId="aae12638-6f5e-40eb-ab19-7cf662dbe66c" providerId="ADAL" clId="{AFE8B22D-33C0-48A0-9807-6AC1F12E5696}" dt="2023-02-15T08:48:47.784" v="22" actId="207"/>
          <ac:spMkLst>
            <pc:docMk/>
            <pc:sldMk cId="2641614631" sldId="2103812761"/>
            <ac:spMk id="3" creationId="{A2536360-668B-9C50-DCE0-825A61A7D88C}"/>
          </ac:spMkLst>
        </pc:spChg>
      </pc:sldChg>
      <pc:sldChg chg="addSp modSp mod">
        <pc:chgData name="Zhu, Yanjun" userId="aae12638-6f5e-40eb-ab19-7cf662dbe66c" providerId="ADAL" clId="{AFE8B22D-33C0-48A0-9807-6AC1F12E5696}" dt="2023-02-15T08:54:16.108" v="36" actId="207"/>
        <pc:sldMkLst>
          <pc:docMk/>
          <pc:sldMk cId="726497570" sldId="2103812795"/>
        </pc:sldMkLst>
        <pc:spChg chg="add mod">
          <ac:chgData name="Zhu, Yanjun" userId="aae12638-6f5e-40eb-ab19-7cf662dbe66c" providerId="ADAL" clId="{AFE8B22D-33C0-48A0-9807-6AC1F12E5696}" dt="2023-02-15T08:54:16.108" v="36" actId="207"/>
          <ac:spMkLst>
            <pc:docMk/>
            <pc:sldMk cId="726497570" sldId="2103812795"/>
            <ac:spMk id="3" creationId="{6D12B131-DE19-6D0A-99D0-11636657980E}"/>
          </ac:spMkLst>
        </pc:spChg>
      </pc:sldChg>
      <pc:sldChg chg="addSp modSp mod">
        <pc:chgData name="Zhu, Yanjun" userId="aae12638-6f5e-40eb-ab19-7cf662dbe66c" providerId="ADAL" clId="{AFE8B22D-33C0-48A0-9807-6AC1F12E5696}" dt="2023-02-15T08:56:02.312" v="44" actId="207"/>
        <pc:sldMkLst>
          <pc:docMk/>
          <pc:sldMk cId="1454374293" sldId="2103812798"/>
        </pc:sldMkLst>
        <pc:spChg chg="add mod">
          <ac:chgData name="Zhu, Yanjun" userId="aae12638-6f5e-40eb-ab19-7cf662dbe66c" providerId="ADAL" clId="{AFE8B22D-33C0-48A0-9807-6AC1F12E5696}" dt="2023-02-15T08:56:02.312" v="44" actId="207"/>
          <ac:spMkLst>
            <pc:docMk/>
            <pc:sldMk cId="1454374293" sldId="2103812798"/>
            <ac:spMk id="6" creationId="{694F2BA9-0CDB-71CA-8CAF-C7C422FCC76F}"/>
          </ac:spMkLst>
        </pc:spChg>
      </pc:sldChg>
      <pc:sldChg chg="addSp modSp mod">
        <pc:chgData name="Zhu, Yanjun" userId="aae12638-6f5e-40eb-ab19-7cf662dbe66c" providerId="ADAL" clId="{AFE8B22D-33C0-48A0-9807-6AC1F12E5696}" dt="2023-02-15T08:48:19.652" v="20" actId="207"/>
        <pc:sldMkLst>
          <pc:docMk/>
          <pc:sldMk cId="2144738575" sldId="2134096307"/>
        </pc:sldMkLst>
        <pc:spChg chg="add mod">
          <ac:chgData name="Zhu, Yanjun" userId="aae12638-6f5e-40eb-ab19-7cf662dbe66c" providerId="ADAL" clId="{AFE8B22D-33C0-48A0-9807-6AC1F12E5696}" dt="2023-02-15T08:48:19.652" v="20" actId="207"/>
          <ac:spMkLst>
            <pc:docMk/>
            <pc:sldMk cId="2144738575" sldId="2134096307"/>
            <ac:spMk id="3" creationId="{A7AB95A0-0F8F-6EAF-9A62-202F7759DD6B}"/>
          </ac:spMkLst>
        </pc:spChg>
      </pc:sldChg>
      <pc:sldChg chg="addSp modSp mod">
        <pc:chgData name="Zhu, Yanjun" userId="aae12638-6f5e-40eb-ab19-7cf662dbe66c" providerId="ADAL" clId="{AFE8B22D-33C0-48A0-9807-6AC1F12E5696}" dt="2023-02-15T08:50:17.838" v="30" actId="207"/>
        <pc:sldMkLst>
          <pc:docMk/>
          <pc:sldMk cId="2084011711" sldId="2134096308"/>
        </pc:sldMkLst>
        <pc:spChg chg="add mod">
          <ac:chgData name="Zhu, Yanjun" userId="aae12638-6f5e-40eb-ab19-7cf662dbe66c" providerId="ADAL" clId="{AFE8B22D-33C0-48A0-9807-6AC1F12E5696}" dt="2023-02-15T08:50:17.838" v="30" actId="207"/>
          <ac:spMkLst>
            <pc:docMk/>
            <pc:sldMk cId="2084011711" sldId="2134096308"/>
            <ac:spMk id="6" creationId="{1931DFEF-07D9-4561-AC2E-7165B5BC04BF}"/>
          </ac:spMkLst>
        </pc:spChg>
      </pc:sldChg>
      <pc:sldChg chg="addSp modSp mod">
        <pc:chgData name="Zhu, Yanjun" userId="aae12638-6f5e-40eb-ab19-7cf662dbe66c" providerId="ADAL" clId="{AFE8B22D-33C0-48A0-9807-6AC1F12E5696}" dt="2023-02-15T08:53:14.673" v="32" actId="207"/>
        <pc:sldMkLst>
          <pc:docMk/>
          <pc:sldMk cId="3607054300" sldId="2134096309"/>
        </pc:sldMkLst>
        <pc:spChg chg="add mod">
          <ac:chgData name="Zhu, Yanjun" userId="aae12638-6f5e-40eb-ab19-7cf662dbe66c" providerId="ADAL" clId="{AFE8B22D-33C0-48A0-9807-6AC1F12E5696}" dt="2023-02-15T08:53:14.673" v="32" actId="207"/>
          <ac:spMkLst>
            <pc:docMk/>
            <pc:sldMk cId="3607054300" sldId="2134096309"/>
            <ac:spMk id="4" creationId="{071AD626-003F-C4FE-94B1-3208BDB55F12}"/>
          </ac:spMkLst>
        </pc:spChg>
      </pc:sldChg>
      <pc:sldChg chg="addSp modSp mod">
        <pc:chgData name="Zhu, Yanjun" userId="aae12638-6f5e-40eb-ab19-7cf662dbe66c" providerId="ADAL" clId="{AFE8B22D-33C0-48A0-9807-6AC1F12E5696}" dt="2023-02-15T08:43:18.868" v="6" actId="207"/>
        <pc:sldMkLst>
          <pc:docMk/>
          <pc:sldMk cId="2486558532" sldId="2134096402"/>
        </pc:sldMkLst>
        <pc:spChg chg="add mod">
          <ac:chgData name="Zhu, Yanjun" userId="aae12638-6f5e-40eb-ab19-7cf662dbe66c" providerId="ADAL" clId="{AFE8B22D-33C0-48A0-9807-6AC1F12E5696}" dt="2023-02-15T08:43:18.868" v="6" actId="207"/>
          <ac:spMkLst>
            <pc:docMk/>
            <pc:sldMk cId="2486558532" sldId="2134096402"/>
            <ac:spMk id="3" creationId="{76459146-5E5F-0670-7CC8-2C2684F2B548}"/>
          </ac:spMkLst>
        </pc:spChg>
      </pc:sldChg>
      <pc:sldChg chg="addSp modSp mod">
        <pc:chgData name="Zhu, Yanjun" userId="aae12638-6f5e-40eb-ab19-7cf662dbe66c" providerId="ADAL" clId="{AFE8B22D-33C0-48A0-9807-6AC1F12E5696}" dt="2023-02-15T08:53:42.938" v="34" actId="207"/>
        <pc:sldMkLst>
          <pc:docMk/>
          <pc:sldMk cId="4471659" sldId="2134096404"/>
        </pc:sldMkLst>
        <pc:spChg chg="add mod">
          <ac:chgData name="Zhu, Yanjun" userId="aae12638-6f5e-40eb-ab19-7cf662dbe66c" providerId="ADAL" clId="{AFE8B22D-33C0-48A0-9807-6AC1F12E5696}" dt="2023-02-15T08:53:42.938" v="34" actId="207"/>
          <ac:spMkLst>
            <pc:docMk/>
            <pc:sldMk cId="4471659" sldId="2134096404"/>
            <ac:spMk id="7" creationId="{BF634393-3652-6C75-D11A-B61E7E402571}"/>
          </ac:spMkLst>
        </pc:spChg>
      </pc:sldChg>
      <pc:sldChg chg="addSp modSp mod">
        <pc:chgData name="Zhu, Yanjun" userId="aae12638-6f5e-40eb-ab19-7cf662dbe66c" providerId="ADAL" clId="{AFE8B22D-33C0-48A0-9807-6AC1F12E5696}" dt="2023-02-15T08:56:52.692" v="48" actId="207"/>
        <pc:sldMkLst>
          <pc:docMk/>
          <pc:sldMk cId="1552084945" sldId="2134096405"/>
        </pc:sldMkLst>
        <pc:spChg chg="add mod">
          <ac:chgData name="Zhu, Yanjun" userId="aae12638-6f5e-40eb-ab19-7cf662dbe66c" providerId="ADAL" clId="{AFE8B22D-33C0-48A0-9807-6AC1F12E5696}" dt="2023-02-15T08:56:52.692" v="48" actId="207"/>
          <ac:spMkLst>
            <pc:docMk/>
            <pc:sldMk cId="1552084945" sldId="2134096405"/>
            <ac:spMk id="4" creationId="{18A5869E-4905-9A94-74C5-9EDF1B9F9EC6}"/>
          </ac:spMkLst>
        </pc:spChg>
      </pc:sldChg>
      <pc:sldChg chg="addSp modSp mod">
        <pc:chgData name="Zhu, Yanjun" userId="aae12638-6f5e-40eb-ab19-7cf662dbe66c" providerId="ADAL" clId="{AFE8B22D-33C0-48A0-9807-6AC1F12E5696}" dt="2023-02-15T08:56:27.165" v="46" actId="207"/>
        <pc:sldMkLst>
          <pc:docMk/>
          <pc:sldMk cId="4073401859" sldId="2134096407"/>
        </pc:sldMkLst>
        <pc:spChg chg="add mod">
          <ac:chgData name="Zhu, Yanjun" userId="aae12638-6f5e-40eb-ab19-7cf662dbe66c" providerId="ADAL" clId="{AFE8B22D-33C0-48A0-9807-6AC1F12E5696}" dt="2023-02-15T08:56:27.165" v="46" actId="207"/>
          <ac:spMkLst>
            <pc:docMk/>
            <pc:sldMk cId="4073401859" sldId="2134096407"/>
            <ac:spMk id="6" creationId="{A895DB43-CE18-7495-3067-8356124081D8}"/>
          </ac:spMkLst>
        </pc:spChg>
      </pc:sldChg>
      <pc:sldChg chg="addSp modSp mod">
        <pc:chgData name="Zhu, Yanjun" userId="aae12638-6f5e-40eb-ab19-7cf662dbe66c" providerId="ADAL" clId="{AFE8B22D-33C0-48A0-9807-6AC1F12E5696}" dt="2023-02-15T08:46:41.573" v="12" actId="207"/>
        <pc:sldMkLst>
          <pc:docMk/>
          <pc:sldMk cId="3818027316" sldId="2134096410"/>
        </pc:sldMkLst>
        <pc:spChg chg="add mod">
          <ac:chgData name="Zhu, Yanjun" userId="aae12638-6f5e-40eb-ab19-7cf662dbe66c" providerId="ADAL" clId="{AFE8B22D-33C0-48A0-9807-6AC1F12E5696}" dt="2023-02-15T08:46:41.573" v="12" actId="207"/>
          <ac:spMkLst>
            <pc:docMk/>
            <pc:sldMk cId="3818027316" sldId="2134096410"/>
            <ac:spMk id="6" creationId="{C596DC13-765A-EB30-A0F8-EDC9711A3DEF}"/>
          </ac:spMkLst>
        </pc:spChg>
      </pc:sldChg>
      <pc:sldChg chg="addSp modSp mod">
        <pc:chgData name="Zhu, Yanjun" userId="aae12638-6f5e-40eb-ab19-7cf662dbe66c" providerId="ADAL" clId="{AFE8B22D-33C0-48A0-9807-6AC1F12E5696}" dt="2023-02-15T08:43:55.983" v="8" actId="207"/>
        <pc:sldMkLst>
          <pc:docMk/>
          <pc:sldMk cId="3615536074" sldId="2134096411"/>
        </pc:sldMkLst>
        <pc:spChg chg="add mod">
          <ac:chgData name="Zhu, Yanjun" userId="aae12638-6f5e-40eb-ab19-7cf662dbe66c" providerId="ADAL" clId="{AFE8B22D-33C0-48A0-9807-6AC1F12E5696}" dt="2023-02-15T08:43:55.983" v="8" actId="207"/>
          <ac:spMkLst>
            <pc:docMk/>
            <pc:sldMk cId="3615536074" sldId="2134096411"/>
            <ac:spMk id="6" creationId="{A4212C06-1A22-4BE0-859B-4DE4F263D387}"/>
          </ac:spMkLst>
        </pc:spChg>
      </pc:sldChg>
      <pc:sldChg chg="addSp modSp mod">
        <pc:chgData name="Zhu, Yanjun" userId="aae12638-6f5e-40eb-ab19-7cf662dbe66c" providerId="ADAL" clId="{AFE8B22D-33C0-48A0-9807-6AC1F12E5696}" dt="2023-02-15T08:44:21.824" v="10" actId="207"/>
        <pc:sldMkLst>
          <pc:docMk/>
          <pc:sldMk cId="2144947105" sldId="2134096412"/>
        </pc:sldMkLst>
        <pc:spChg chg="add mod">
          <ac:chgData name="Zhu, Yanjun" userId="aae12638-6f5e-40eb-ab19-7cf662dbe66c" providerId="ADAL" clId="{AFE8B22D-33C0-48A0-9807-6AC1F12E5696}" dt="2023-02-15T08:44:21.824" v="10" actId="207"/>
          <ac:spMkLst>
            <pc:docMk/>
            <pc:sldMk cId="2144947105" sldId="2134096412"/>
            <ac:spMk id="6" creationId="{26CBC514-6BB0-B135-DC33-B3208ABE15CB}"/>
          </ac:spMkLst>
        </pc:spChg>
      </pc:sldChg>
    </pc:docChg>
  </pc:docChgLst>
  <pc:docChgLst>
    <pc:chgData name="Zhu, Yanjun" userId="aae12638-6f5e-40eb-ab19-7cf662dbe66c" providerId="ADAL" clId="{FF437979-1903-45E7-A4C4-BEB6634A64A9}"/>
    <pc:docChg chg="custSel addSld delSld modSld">
      <pc:chgData name="Zhu, Yanjun" userId="aae12638-6f5e-40eb-ab19-7cf662dbe66c" providerId="ADAL" clId="{FF437979-1903-45E7-A4C4-BEB6634A64A9}" dt="2023-02-16T14:15:29.687" v="581" actId="1076"/>
      <pc:docMkLst>
        <pc:docMk/>
      </pc:docMkLst>
      <pc:sldChg chg="addSp modSp mod">
        <pc:chgData name="Zhu, Yanjun" userId="aae12638-6f5e-40eb-ab19-7cf662dbe66c" providerId="ADAL" clId="{FF437979-1903-45E7-A4C4-BEB6634A64A9}" dt="2023-02-16T02:38:02.161" v="43" actId="20577"/>
        <pc:sldMkLst>
          <pc:docMk/>
          <pc:sldMk cId="3102934450" sldId="262"/>
        </pc:sldMkLst>
        <pc:spChg chg="add mod">
          <ac:chgData name="Zhu, Yanjun" userId="aae12638-6f5e-40eb-ab19-7cf662dbe66c" providerId="ADAL" clId="{FF437979-1903-45E7-A4C4-BEB6634A64A9}" dt="2023-02-15T03:16:47.957" v="4" actId="1038"/>
          <ac:spMkLst>
            <pc:docMk/>
            <pc:sldMk cId="3102934450" sldId="262"/>
            <ac:spMk id="2" creationId="{C7D01ABF-BF28-91FD-E520-F26F92C2BB3F}"/>
          </ac:spMkLst>
        </pc:spChg>
        <pc:spChg chg="mod">
          <ac:chgData name="Zhu, Yanjun" userId="aae12638-6f5e-40eb-ab19-7cf662dbe66c" providerId="ADAL" clId="{FF437979-1903-45E7-A4C4-BEB6634A64A9}" dt="2023-02-16T02:38:02.161" v="43" actId="20577"/>
          <ac:spMkLst>
            <pc:docMk/>
            <pc:sldMk cId="3102934450" sldId="262"/>
            <ac:spMk id="9" creationId="{ABEAF9F9-E88D-44A4-A1B6-BAA2E532B65E}"/>
          </ac:spMkLst>
        </pc:spChg>
      </pc:sldChg>
      <pc:sldChg chg="del">
        <pc:chgData name="Zhu, Yanjun" userId="aae12638-6f5e-40eb-ab19-7cf662dbe66c" providerId="ADAL" clId="{FF437979-1903-45E7-A4C4-BEB6634A64A9}" dt="2023-02-15T06:33:57.717" v="28" actId="47"/>
        <pc:sldMkLst>
          <pc:docMk/>
          <pc:sldMk cId="326920052" sldId="292"/>
        </pc:sldMkLst>
      </pc:sldChg>
      <pc:sldChg chg="addSp modSp mod">
        <pc:chgData name="Zhu, Yanjun" userId="aae12638-6f5e-40eb-ab19-7cf662dbe66c" providerId="ADAL" clId="{FF437979-1903-45E7-A4C4-BEB6634A64A9}" dt="2023-02-16T06:53:02.746" v="66" actId="6549"/>
        <pc:sldMkLst>
          <pc:docMk/>
          <pc:sldMk cId="2743925732" sldId="314"/>
        </pc:sldMkLst>
        <pc:spChg chg="add">
          <ac:chgData name="Zhu, Yanjun" userId="aae12638-6f5e-40eb-ab19-7cf662dbe66c" providerId="ADAL" clId="{FF437979-1903-45E7-A4C4-BEB6634A64A9}" dt="2023-02-15T06:32:52.832" v="22" actId="11529"/>
          <ac:spMkLst>
            <pc:docMk/>
            <pc:sldMk cId="2743925732" sldId="314"/>
            <ac:spMk id="2" creationId="{CEA8620D-78F7-B178-02DE-32EE9AE43539}"/>
          </ac:spMkLst>
        </pc:spChg>
        <pc:spChg chg="mod">
          <ac:chgData name="Zhu, Yanjun" userId="aae12638-6f5e-40eb-ab19-7cf662dbe66c" providerId="ADAL" clId="{FF437979-1903-45E7-A4C4-BEB6634A64A9}" dt="2023-02-16T06:53:02.746" v="66" actId="6549"/>
          <ac:spMkLst>
            <pc:docMk/>
            <pc:sldMk cId="2743925732" sldId="314"/>
            <ac:spMk id="13" creationId="{57B72348-9868-492B-9995-FE00946DF72C}"/>
          </ac:spMkLst>
        </pc:spChg>
      </pc:sldChg>
      <pc:sldChg chg="addSp mod">
        <pc:chgData name="Zhu, Yanjun" userId="aae12638-6f5e-40eb-ab19-7cf662dbe66c" providerId="ADAL" clId="{FF437979-1903-45E7-A4C4-BEB6634A64A9}" dt="2023-02-15T06:34:59.051" v="29" actId="11529"/>
        <pc:sldMkLst>
          <pc:docMk/>
          <pc:sldMk cId="3403789381" sldId="317"/>
        </pc:sldMkLst>
        <pc:spChg chg="add">
          <ac:chgData name="Zhu, Yanjun" userId="aae12638-6f5e-40eb-ab19-7cf662dbe66c" providerId="ADAL" clId="{FF437979-1903-45E7-A4C4-BEB6634A64A9}" dt="2023-02-15T06:34:59.051" v="29" actId="11529"/>
          <ac:spMkLst>
            <pc:docMk/>
            <pc:sldMk cId="3403789381" sldId="317"/>
            <ac:spMk id="2" creationId="{7FA8F55D-D52A-1B44-21D6-5D4AB26C8D77}"/>
          </ac:spMkLst>
        </pc:spChg>
      </pc:sldChg>
      <pc:sldChg chg="addSp mod">
        <pc:chgData name="Zhu, Yanjun" userId="aae12638-6f5e-40eb-ab19-7cf662dbe66c" providerId="ADAL" clId="{FF437979-1903-45E7-A4C4-BEB6634A64A9}" dt="2023-02-15T06:33:52.752" v="27" actId="11529"/>
        <pc:sldMkLst>
          <pc:docMk/>
          <pc:sldMk cId="880071407" sldId="410"/>
        </pc:sldMkLst>
        <pc:spChg chg="add">
          <ac:chgData name="Zhu, Yanjun" userId="aae12638-6f5e-40eb-ab19-7cf662dbe66c" providerId="ADAL" clId="{FF437979-1903-45E7-A4C4-BEB6634A64A9}" dt="2023-02-15T06:33:52.752" v="27" actId="11529"/>
          <ac:spMkLst>
            <pc:docMk/>
            <pc:sldMk cId="880071407" sldId="410"/>
            <ac:spMk id="5" creationId="{DC66AE09-988E-E55D-F333-A346A0254308}"/>
          </ac:spMkLst>
        </pc:spChg>
      </pc:sldChg>
      <pc:sldChg chg="addSp mod">
        <pc:chgData name="Zhu, Yanjun" userId="aae12638-6f5e-40eb-ab19-7cf662dbe66c" providerId="ADAL" clId="{FF437979-1903-45E7-A4C4-BEB6634A64A9}" dt="2023-02-15T03:19:17.729" v="16" actId="11529"/>
        <pc:sldMkLst>
          <pc:docMk/>
          <pc:sldMk cId="2418005354" sldId="472"/>
        </pc:sldMkLst>
        <pc:spChg chg="add">
          <ac:chgData name="Zhu, Yanjun" userId="aae12638-6f5e-40eb-ab19-7cf662dbe66c" providerId="ADAL" clId="{FF437979-1903-45E7-A4C4-BEB6634A64A9}" dt="2023-02-15T03:19:17.729" v="16" actId="11529"/>
          <ac:spMkLst>
            <pc:docMk/>
            <pc:sldMk cId="2418005354" sldId="472"/>
            <ac:spMk id="2" creationId="{C948505F-5A55-DF11-304A-6FB377CCFCB3}"/>
          </ac:spMkLst>
        </pc:spChg>
      </pc:sldChg>
      <pc:sldChg chg="addSp mod">
        <pc:chgData name="Zhu, Yanjun" userId="aae12638-6f5e-40eb-ab19-7cf662dbe66c" providerId="ADAL" clId="{FF437979-1903-45E7-A4C4-BEB6634A64A9}" dt="2023-02-15T03:18:57.242" v="15" actId="11529"/>
        <pc:sldMkLst>
          <pc:docMk/>
          <pc:sldMk cId="3184345530" sldId="701"/>
        </pc:sldMkLst>
        <pc:spChg chg="add">
          <ac:chgData name="Zhu, Yanjun" userId="aae12638-6f5e-40eb-ab19-7cf662dbe66c" providerId="ADAL" clId="{FF437979-1903-45E7-A4C4-BEB6634A64A9}" dt="2023-02-15T03:18:57.242" v="15" actId="11529"/>
          <ac:spMkLst>
            <pc:docMk/>
            <pc:sldMk cId="3184345530" sldId="701"/>
            <ac:spMk id="4" creationId="{8F0517AC-BD62-183C-C7E5-B0EEA48A23DC}"/>
          </ac:spMkLst>
        </pc:spChg>
      </pc:sldChg>
      <pc:sldChg chg="addSp delSp modSp mod">
        <pc:chgData name="Zhu, Yanjun" userId="aae12638-6f5e-40eb-ab19-7cf662dbe66c" providerId="ADAL" clId="{FF437979-1903-45E7-A4C4-BEB6634A64A9}" dt="2023-02-16T14:09:51.516" v="579" actId="1035"/>
        <pc:sldMkLst>
          <pc:docMk/>
          <pc:sldMk cId="1436189459" sldId="1782"/>
        </pc:sldMkLst>
        <pc:spChg chg="add">
          <ac:chgData name="Zhu, Yanjun" userId="aae12638-6f5e-40eb-ab19-7cf662dbe66c" providerId="ADAL" clId="{FF437979-1903-45E7-A4C4-BEB6634A64A9}" dt="2023-02-15T03:20:15.244" v="21" actId="11529"/>
          <ac:spMkLst>
            <pc:docMk/>
            <pc:sldMk cId="1436189459" sldId="1782"/>
            <ac:spMk id="2" creationId="{3803C57F-F83D-89D4-6257-443334D948DB}"/>
          </ac:spMkLst>
        </pc:spChg>
        <pc:spChg chg="add del mod">
          <ac:chgData name="Zhu, Yanjun" userId="aae12638-6f5e-40eb-ab19-7cf662dbe66c" providerId="ADAL" clId="{FF437979-1903-45E7-A4C4-BEB6634A64A9}" dt="2023-02-16T06:52:40.394" v="65" actId="478"/>
          <ac:spMkLst>
            <pc:docMk/>
            <pc:sldMk cId="1436189459" sldId="1782"/>
            <ac:spMk id="8" creationId="{A4BFCE80-C553-DFA3-B90E-BC040F00E288}"/>
          </ac:spMkLst>
        </pc:spChg>
        <pc:picChg chg="mod">
          <ac:chgData name="Zhu, Yanjun" userId="aae12638-6f5e-40eb-ab19-7cf662dbe66c" providerId="ADAL" clId="{FF437979-1903-45E7-A4C4-BEB6634A64A9}" dt="2023-02-16T07:29:35.964" v="293" actId="1037"/>
          <ac:picMkLst>
            <pc:docMk/>
            <pc:sldMk cId="1436189459" sldId="1782"/>
            <ac:picMk id="3" creationId="{26724934-06F6-4500-A2B5-0964417D553D}"/>
          </ac:picMkLst>
        </pc:picChg>
        <pc:picChg chg="mod">
          <ac:chgData name="Zhu, Yanjun" userId="aae12638-6f5e-40eb-ab19-7cf662dbe66c" providerId="ADAL" clId="{FF437979-1903-45E7-A4C4-BEB6634A64A9}" dt="2023-02-16T07:29:35.964" v="293" actId="1037"/>
          <ac:picMkLst>
            <pc:docMk/>
            <pc:sldMk cId="1436189459" sldId="1782"/>
            <ac:picMk id="4" creationId="{41D02FA4-1C99-41D1-97C5-F89FAF590E01}"/>
          </ac:picMkLst>
        </pc:picChg>
        <pc:picChg chg="add mod">
          <ac:chgData name="Zhu, Yanjun" userId="aae12638-6f5e-40eb-ab19-7cf662dbe66c" providerId="ADAL" clId="{FF437979-1903-45E7-A4C4-BEB6634A64A9}" dt="2023-02-16T14:09:51.516" v="579" actId="1035"/>
          <ac:picMkLst>
            <pc:docMk/>
            <pc:sldMk cId="1436189459" sldId="1782"/>
            <ac:picMk id="7" creationId="{670E4D1D-1219-5256-486B-44EFB47808A3}"/>
          </ac:picMkLst>
        </pc:picChg>
      </pc:sldChg>
      <pc:sldChg chg="addSp mod">
        <pc:chgData name="Zhu, Yanjun" userId="aae12638-6f5e-40eb-ab19-7cf662dbe66c" providerId="ADAL" clId="{FF437979-1903-45E7-A4C4-BEB6634A64A9}" dt="2023-02-15T06:33:05.829" v="23" actId="11529"/>
        <pc:sldMkLst>
          <pc:docMk/>
          <pc:sldMk cId="904241084" sldId="1865"/>
        </pc:sldMkLst>
        <pc:spChg chg="add">
          <ac:chgData name="Zhu, Yanjun" userId="aae12638-6f5e-40eb-ab19-7cf662dbe66c" providerId="ADAL" clId="{FF437979-1903-45E7-A4C4-BEB6634A64A9}" dt="2023-02-15T06:33:05.829" v="23" actId="11529"/>
          <ac:spMkLst>
            <pc:docMk/>
            <pc:sldMk cId="904241084" sldId="1865"/>
            <ac:spMk id="2" creationId="{5E3DBFFD-27DE-03BE-EF4D-48F0EFA983F6}"/>
          </ac:spMkLst>
        </pc:spChg>
      </pc:sldChg>
      <pc:sldChg chg="addSp mod">
        <pc:chgData name="Zhu, Yanjun" userId="aae12638-6f5e-40eb-ab19-7cf662dbe66c" providerId="ADAL" clId="{FF437979-1903-45E7-A4C4-BEB6634A64A9}" dt="2023-02-15T03:18:06.008" v="11" actId="11529"/>
        <pc:sldMkLst>
          <pc:docMk/>
          <pc:sldMk cId="1279626695" sldId="2103812756"/>
        </pc:sldMkLst>
        <pc:spChg chg="add">
          <ac:chgData name="Zhu, Yanjun" userId="aae12638-6f5e-40eb-ab19-7cf662dbe66c" providerId="ADAL" clId="{FF437979-1903-45E7-A4C4-BEB6634A64A9}" dt="2023-02-15T03:18:06.008" v="11" actId="11529"/>
          <ac:spMkLst>
            <pc:docMk/>
            <pc:sldMk cId="1279626695" sldId="2103812756"/>
            <ac:spMk id="3" creationId="{AEE8030C-B6AB-AACB-AF15-8C59E4DB5E7F}"/>
          </ac:spMkLst>
        </pc:spChg>
      </pc:sldChg>
      <pc:sldChg chg="addSp mod">
        <pc:chgData name="Zhu, Yanjun" userId="aae12638-6f5e-40eb-ab19-7cf662dbe66c" providerId="ADAL" clId="{FF437979-1903-45E7-A4C4-BEB6634A64A9}" dt="2023-02-15T03:18:16.733" v="12" actId="11529"/>
        <pc:sldMkLst>
          <pc:docMk/>
          <pc:sldMk cId="2106785303" sldId="2103812757"/>
        </pc:sldMkLst>
        <pc:spChg chg="add">
          <ac:chgData name="Zhu, Yanjun" userId="aae12638-6f5e-40eb-ab19-7cf662dbe66c" providerId="ADAL" clId="{FF437979-1903-45E7-A4C4-BEB6634A64A9}" dt="2023-02-15T03:18:16.733" v="12" actId="11529"/>
          <ac:spMkLst>
            <pc:docMk/>
            <pc:sldMk cId="2106785303" sldId="2103812757"/>
            <ac:spMk id="2" creationId="{8CAFCB81-843F-F35B-1E2F-5D507D6B68B7}"/>
          </ac:spMkLst>
        </pc:spChg>
      </pc:sldChg>
      <pc:sldChg chg="addSp mod">
        <pc:chgData name="Zhu, Yanjun" userId="aae12638-6f5e-40eb-ab19-7cf662dbe66c" providerId="ADAL" clId="{FF437979-1903-45E7-A4C4-BEB6634A64A9}" dt="2023-02-15T03:18:43.931" v="14" actId="11529"/>
        <pc:sldMkLst>
          <pc:docMk/>
          <pc:sldMk cId="2641614631" sldId="2103812761"/>
        </pc:sldMkLst>
        <pc:spChg chg="add">
          <ac:chgData name="Zhu, Yanjun" userId="aae12638-6f5e-40eb-ab19-7cf662dbe66c" providerId="ADAL" clId="{FF437979-1903-45E7-A4C4-BEB6634A64A9}" dt="2023-02-15T03:18:43.931" v="14" actId="11529"/>
          <ac:spMkLst>
            <pc:docMk/>
            <pc:sldMk cId="2641614631" sldId="2103812761"/>
            <ac:spMk id="2" creationId="{ABFE96E7-877C-0FC0-98DE-EAD97B5D9AEB}"/>
          </ac:spMkLst>
        </pc:spChg>
      </pc:sldChg>
      <pc:sldChg chg="addSp mod">
        <pc:chgData name="Zhu, Yanjun" userId="aae12638-6f5e-40eb-ab19-7cf662dbe66c" providerId="ADAL" clId="{FF437979-1903-45E7-A4C4-BEB6634A64A9}" dt="2023-02-15T03:20:03.899" v="20" actId="11529"/>
        <pc:sldMkLst>
          <pc:docMk/>
          <pc:sldMk cId="726497570" sldId="2103812795"/>
        </pc:sldMkLst>
        <pc:spChg chg="add">
          <ac:chgData name="Zhu, Yanjun" userId="aae12638-6f5e-40eb-ab19-7cf662dbe66c" providerId="ADAL" clId="{FF437979-1903-45E7-A4C4-BEB6634A64A9}" dt="2023-02-15T03:20:03.899" v="20" actId="11529"/>
          <ac:spMkLst>
            <pc:docMk/>
            <pc:sldMk cId="726497570" sldId="2103812795"/>
            <ac:spMk id="2" creationId="{C6CC10F9-8149-F1B6-8A75-29E4B535634A}"/>
          </ac:spMkLst>
        </pc:spChg>
      </pc:sldChg>
      <pc:sldChg chg="addSp mod">
        <pc:chgData name="Zhu, Yanjun" userId="aae12638-6f5e-40eb-ab19-7cf662dbe66c" providerId="ADAL" clId="{FF437979-1903-45E7-A4C4-BEB6634A64A9}" dt="2023-02-15T06:33:16.198" v="24" actId="11529"/>
        <pc:sldMkLst>
          <pc:docMk/>
          <pc:sldMk cId="1454374293" sldId="2103812798"/>
        </pc:sldMkLst>
        <pc:spChg chg="add">
          <ac:chgData name="Zhu, Yanjun" userId="aae12638-6f5e-40eb-ab19-7cf662dbe66c" providerId="ADAL" clId="{FF437979-1903-45E7-A4C4-BEB6634A64A9}" dt="2023-02-15T06:33:16.198" v="24" actId="11529"/>
          <ac:spMkLst>
            <pc:docMk/>
            <pc:sldMk cId="1454374293" sldId="2103812798"/>
            <ac:spMk id="4" creationId="{AF89D54B-77F8-4F11-2201-2EE28D2AE9DF}"/>
          </ac:spMkLst>
        </pc:spChg>
      </pc:sldChg>
      <pc:sldChg chg="addSp mod">
        <pc:chgData name="Zhu, Yanjun" userId="aae12638-6f5e-40eb-ab19-7cf662dbe66c" providerId="ADAL" clId="{FF437979-1903-45E7-A4C4-BEB6634A64A9}" dt="2023-02-15T03:18:29.806" v="13" actId="11529"/>
        <pc:sldMkLst>
          <pc:docMk/>
          <pc:sldMk cId="2144738575" sldId="2134096307"/>
        </pc:sldMkLst>
        <pc:spChg chg="add">
          <ac:chgData name="Zhu, Yanjun" userId="aae12638-6f5e-40eb-ab19-7cf662dbe66c" providerId="ADAL" clId="{FF437979-1903-45E7-A4C4-BEB6634A64A9}" dt="2023-02-15T03:18:29.806" v="13" actId="11529"/>
          <ac:spMkLst>
            <pc:docMk/>
            <pc:sldMk cId="2144738575" sldId="2134096307"/>
            <ac:spMk id="2" creationId="{A4525A48-ED26-227F-607A-D2609C3D3787}"/>
          </ac:spMkLst>
        </pc:spChg>
      </pc:sldChg>
      <pc:sldChg chg="addSp mod">
        <pc:chgData name="Zhu, Yanjun" userId="aae12638-6f5e-40eb-ab19-7cf662dbe66c" providerId="ADAL" clId="{FF437979-1903-45E7-A4C4-BEB6634A64A9}" dt="2023-02-15T03:19:30.767" v="17" actId="11529"/>
        <pc:sldMkLst>
          <pc:docMk/>
          <pc:sldMk cId="2084011711" sldId="2134096308"/>
        </pc:sldMkLst>
        <pc:spChg chg="add">
          <ac:chgData name="Zhu, Yanjun" userId="aae12638-6f5e-40eb-ab19-7cf662dbe66c" providerId="ADAL" clId="{FF437979-1903-45E7-A4C4-BEB6634A64A9}" dt="2023-02-15T03:19:30.767" v="17" actId="11529"/>
          <ac:spMkLst>
            <pc:docMk/>
            <pc:sldMk cId="2084011711" sldId="2134096308"/>
            <ac:spMk id="4" creationId="{F3D59D5E-61D6-AA63-E626-5322BB91AAD1}"/>
          </ac:spMkLst>
        </pc:spChg>
      </pc:sldChg>
      <pc:sldChg chg="addSp modSp mod">
        <pc:chgData name="Zhu, Yanjun" userId="aae12638-6f5e-40eb-ab19-7cf662dbe66c" providerId="ADAL" clId="{FF437979-1903-45E7-A4C4-BEB6634A64A9}" dt="2023-02-16T06:48:55.796" v="57" actId="20577"/>
        <pc:sldMkLst>
          <pc:docMk/>
          <pc:sldMk cId="3607054300" sldId="2134096309"/>
        </pc:sldMkLst>
        <pc:spChg chg="add">
          <ac:chgData name="Zhu, Yanjun" userId="aae12638-6f5e-40eb-ab19-7cf662dbe66c" providerId="ADAL" clId="{FF437979-1903-45E7-A4C4-BEB6634A64A9}" dt="2023-02-15T03:19:42.474" v="18" actId="11529"/>
          <ac:spMkLst>
            <pc:docMk/>
            <pc:sldMk cId="3607054300" sldId="2134096309"/>
            <ac:spMk id="2" creationId="{AE1F6602-2953-3994-3259-672E0198BA17}"/>
          </ac:spMkLst>
        </pc:spChg>
        <pc:spChg chg="mod">
          <ac:chgData name="Zhu, Yanjun" userId="aae12638-6f5e-40eb-ab19-7cf662dbe66c" providerId="ADAL" clId="{FF437979-1903-45E7-A4C4-BEB6634A64A9}" dt="2023-02-16T06:48:55.796" v="57" actId="20577"/>
          <ac:spMkLst>
            <pc:docMk/>
            <pc:sldMk cId="3607054300" sldId="2134096309"/>
            <ac:spMk id="12" creationId="{FAF706CD-AA79-4657-9A3A-0F6615471DE1}"/>
          </ac:spMkLst>
        </pc:spChg>
      </pc:sldChg>
      <pc:sldChg chg="addSp delSp mod modNotesTx">
        <pc:chgData name="Zhu, Yanjun" userId="aae12638-6f5e-40eb-ab19-7cf662dbe66c" providerId="ADAL" clId="{FF437979-1903-45E7-A4C4-BEB6634A64A9}" dt="2023-02-16T10:12:03.978" v="532" actId="20577"/>
        <pc:sldMkLst>
          <pc:docMk/>
          <pc:sldMk cId="2486558532" sldId="2134096402"/>
        </pc:sldMkLst>
        <pc:spChg chg="add del">
          <ac:chgData name="Zhu, Yanjun" userId="aae12638-6f5e-40eb-ab19-7cf662dbe66c" providerId="ADAL" clId="{FF437979-1903-45E7-A4C4-BEB6634A64A9}" dt="2023-02-15T03:17:03.594" v="6" actId="478"/>
          <ac:spMkLst>
            <pc:docMk/>
            <pc:sldMk cId="2486558532" sldId="2134096402"/>
            <ac:spMk id="3" creationId="{88901D30-A29D-59B6-70E5-2CF770B3AD30}"/>
          </ac:spMkLst>
        </pc:spChg>
        <pc:spChg chg="add">
          <ac:chgData name="Zhu, Yanjun" userId="aae12638-6f5e-40eb-ab19-7cf662dbe66c" providerId="ADAL" clId="{FF437979-1903-45E7-A4C4-BEB6634A64A9}" dt="2023-02-15T03:17:12.242" v="7" actId="11529"/>
          <ac:spMkLst>
            <pc:docMk/>
            <pc:sldMk cId="2486558532" sldId="2134096402"/>
            <ac:spMk id="4" creationId="{59C138DF-7623-C1FD-A1F1-296BCDC00B58}"/>
          </ac:spMkLst>
        </pc:spChg>
      </pc:sldChg>
      <pc:sldChg chg="addSp mod">
        <pc:chgData name="Zhu, Yanjun" userId="aae12638-6f5e-40eb-ab19-7cf662dbe66c" providerId="ADAL" clId="{FF437979-1903-45E7-A4C4-BEB6634A64A9}" dt="2023-02-15T03:19:51.530" v="19" actId="11529"/>
        <pc:sldMkLst>
          <pc:docMk/>
          <pc:sldMk cId="4471659" sldId="2134096404"/>
        </pc:sldMkLst>
        <pc:spChg chg="add">
          <ac:chgData name="Zhu, Yanjun" userId="aae12638-6f5e-40eb-ab19-7cf662dbe66c" providerId="ADAL" clId="{FF437979-1903-45E7-A4C4-BEB6634A64A9}" dt="2023-02-15T03:19:51.530" v="19" actId="11529"/>
          <ac:spMkLst>
            <pc:docMk/>
            <pc:sldMk cId="4471659" sldId="2134096404"/>
            <ac:spMk id="2" creationId="{4441C347-B180-A3CE-10B4-C331BF3D5870}"/>
          </ac:spMkLst>
        </pc:spChg>
      </pc:sldChg>
      <pc:sldChg chg="addSp mod">
        <pc:chgData name="Zhu, Yanjun" userId="aae12638-6f5e-40eb-ab19-7cf662dbe66c" providerId="ADAL" clId="{FF437979-1903-45E7-A4C4-BEB6634A64A9}" dt="2023-02-15T06:33:40.416" v="26" actId="11529"/>
        <pc:sldMkLst>
          <pc:docMk/>
          <pc:sldMk cId="1552084945" sldId="2134096405"/>
        </pc:sldMkLst>
        <pc:spChg chg="add">
          <ac:chgData name="Zhu, Yanjun" userId="aae12638-6f5e-40eb-ab19-7cf662dbe66c" providerId="ADAL" clId="{FF437979-1903-45E7-A4C4-BEB6634A64A9}" dt="2023-02-15T06:33:40.416" v="26" actId="11529"/>
          <ac:spMkLst>
            <pc:docMk/>
            <pc:sldMk cId="1552084945" sldId="2134096405"/>
            <ac:spMk id="3" creationId="{A9E7854F-5A46-F40B-38A7-78CB9DC87191}"/>
          </ac:spMkLst>
        </pc:spChg>
      </pc:sldChg>
      <pc:sldChg chg="addSp mod">
        <pc:chgData name="Zhu, Yanjun" userId="aae12638-6f5e-40eb-ab19-7cf662dbe66c" providerId="ADAL" clId="{FF437979-1903-45E7-A4C4-BEB6634A64A9}" dt="2023-02-15T06:33:28.400" v="25" actId="11529"/>
        <pc:sldMkLst>
          <pc:docMk/>
          <pc:sldMk cId="4073401859" sldId="2134096407"/>
        </pc:sldMkLst>
        <pc:spChg chg="add">
          <ac:chgData name="Zhu, Yanjun" userId="aae12638-6f5e-40eb-ab19-7cf662dbe66c" providerId="ADAL" clId="{FF437979-1903-45E7-A4C4-BEB6634A64A9}" dt="2023-02-15T06:33:28.400" v="25" actId="11529"/>
          <ac:spMkLst>
            <pc:docMk/>
            <pc:sldMk cId="4073401859" sldId="2134096407"/>
            <ac:spMk id="4" creationId="{EA7EECC4-89A9-746C-7062-1545C500A80D}"/>
          </ac:spMkLst>
        </pc:spChg>
      </pc:sldChg>
      <pc:sldChg chg="addSp mod">
        <pc:chgData name="Zhu, Yanjun" userId="aae12638-6f5e-40eb-ab19-7cf662dbe66c" providerId="ADAL" clId="{FF437979-1903-45E7-A4C4-BEB6634A64A9}" dt="2023-02-15T03:17:54.190" v="10" actId="11529"/>
        <pc:sldMkLst>
          <pc:docMk/>
          <pc:sldMk cId="3818027316" sldId="2134096410"/>
        </pc:sldMkLst>
        <pc:spChg chg="add">
          <ac:chgData name="Zhu, Yanjun" userId="aae12638-6f5e-40eb-ab19-7cf662dbe66c" providerId="ADAL" clId="{FF437979-1903-45E7-A4C4-BEB6634A64A9}" dt="2023-02-15T03:17:54.190" v="10" actId="11529"/>
          <ac:spMkLst>
            <pc:docMk/>
            <pc:sldMk cId="3818027316" sldId="2134096410"/>
            <ac:spMk id="4" creationId="{E757CBB3-51CD-CDD8-6876-9BDD29F4AF2D}"/>
          </ac:spMkLst>
        </pc:spChg>
      </pc:sldChg>
      <pc:sldChg chg="addSp mod">
        <pc:chgData name="Zhu, Yanjun" userId="aae12638-6f5e-40eb-ab19-7cf662dbe66c" providerId="ADAL" clId="{FF437979-1903-45E7-A4C4-BEB6634A64A9}" dt="2023-02-15T03:17:28.336" v="8" actId="11529"/>
        <pc:sldMkLst>
          <pc:docMk/>
          <pc:sldMk cId="3615536074" sldId="2134096411"/>
        </pc:sldMkLst>
        <pc:spChg chg="add">
          <ac:chgData name="Zhu, Yanjun" userId="aae12638-6f5e-40eb-ab19-7cf662dbe66c" providerId="ADAL" clId="{FF437979-1903-45E7-A4C4-BEB6634A64A9}" dt="2023-02-15T03:17:28.336" v="8" actId="11529"/>
          <ac:spMkLst>
            <pc:docMk/>
            <pc:sldMk cId="3615536074" sldId="2134096411"/>
            <ac:spMk id="3" creationId="{7D31477A-3726-A834-D4DD-84F7BE4C10B8}"/>
          </ac:spMkLst>
        </pc:spChg>
      </pc:sldChg>
      <pc:sldChg chg="addSp mod">
        <pc:chgData name="Zhu, Yanjun" userId="aae12638-6f5e-40eb-ab19-7cf662dbe66c" providerId="ADAL" clId="{FF437979-1903-45E7-A4C4-BEB6634A64A9}" dt="2023-02-15T03:17:40.774" v="9" actId="11529"/>
        <pc:sldMkLst>
          <pc:docMk/>
          <pc:sldMk cId="2144947105" sldId="2134096412"/>
        </pc:sldMkLst>
        <pc:spChg chg="add">
          <ac:chgData name="Zhu, Yanjun" userId="aae12638-6f5e-40eb-ab19-7cf662dbe66c" providerId="ADAL" clId="{FF437979-1903-45E7-A4C4-BEB6634A64A9}" dt="2023-02-15T03:17:40.774" v="9" actId="11529"/>
          <ac:spMkLst>
            <pc:docMk/>
            <pc:sldMk cId="2144947105" sldId="2134096412"/>
            <ac:spMk id="4" creationId="{BE95F55D-8903-7EF0-ECC5-4A72491CE166}"/>
          </ac:spMkLst>
        </pc:spChg>
      </pc:sldChg>
      <pc:sldChg chg="addSp delSp modSp add mod modNotesTx">
        <pc:chgData name="Zhu, Yanjun" userId="aae12638-6f5e-40eb-ab19-7cf662dbe66c" providerId="ADAL" clId="{FF437979-1903-45E7-A4C4-BEB6634A64A9}" dt="2023-02-16T14:15:29.687" v="581" actId="1076"/>
        <pc:sldMkLst>
          <pc:docMk/>
          <pc:sldMk cId="182972620" sldId="2134096413"/>
        </pc:sldMkLst>
        <pc:spChg chg="mod">
          <ac:chgData name="Zhu, Yanjun" userId="aae12638-6f5e-40eb-ab19-7cf662dbe66c" providerId="ADAL" clId="{FF437979-1903-45E7-A4C4-BEB6634A64A9}" dt="2023-02-16T07:22:58.406" v="80" actId="20577"/>
          <ac:spMkLst>
            <pc:docMk/>
            <pc:sldMk cId="182972620" sldId="2134096413"/>
            <ac:spMk id="5" creationId="{C94A0D98-C864-4609-B4DF-05134FAD3FAC}"/>
          </ac:spMkLst>
        </pc:spChg>
        <pc:spChg chg="add mod">
          <ac:chgData name="Zhu, Yanjun" userId="aae12638-6f5e-40eb-ab19-7cf662dbe66c" providerId="ADAL" clId="{FF437979-1903-45E7-A4C4-BEB6634A64A9}" dt="2023-02-16T14:09:34.209" v="574" actId="1035"/>
          <ac:spMkLst>
            <pc:docMk/>
            <pc:sldMk cId="182972620" sldId="2134096413"/>
            <ac:spMk id="11" creationId="{0879F3C2-1B32-0C74-83AF-15E93CDD6780}"/>
          </ac:spMkLst>
        </pc:spChg>
        <pc:spChg chg="add mod">
          <ac:chgData name="Zhu, Yanjun" userId="aae12638-6f5e-40eb-ab19-7cf662dbe66c" providerId="ADAL" clId="{FF437979-1903-45E7-A4C4-BEB6634A64A9}" dt="2023-02-16T14:09:34.209" v="574" actId="1035"/>
          <ac:spMkLst>
            <pc:docMk/>
            <pc:sldMk cId="182972620" sldId="2134096413"/>
            <ac:spMk id="12" creationId="{E90967D6-F9CF-BF3E-4A74-0BA2E04485A5}"/>
          </ac:spMkLst>
        </pc:spChg>
        <pc:spChg chg="add del mod">
          <ac:chgData name="Zhu, Yanjun" userId="aae12638-6f5e-40eb-ab19-7cf662dbe66c" providerId="ADAL" clId="{FF437979-1903-45E7-A4C4-BEB6634A64A9}" dt="2023-02-16T07:27:12.860" v="237"/>
          <ac:spMkLst>
            <pc:docMk/>
            <pc:sldMk cId="182972620" sldId="2134096413"/>
            <ac:spMk id="15" creationId="{183A2E04-56A6-78E6-10C1-A0DB80D8D92E}"/>
          </ac:spMkLst>
        </pc:spChg>
        <pc:spChg chg="add mod">
          <ac:chgData name="Zhu, Yanjun" userId="aae12638-6f5e-40eb-ab19-7cf662dbe66c" providerId="ADAL" clId="{FF437979-1903-45E7-A4C4-BEB6634A64A9}" dt="2023-02-16T14:09:34.209" v="574" actId="1035"/>
          <ac:spMkLst>
            <pc:docMk/>
            <pc:sldMk cId="182972620" sldId="2134096413"/>
            <ac:spMk id="16" creationId="{EBDE47ED-010A-270B-9A67-BCC289245E6C}"/>
          </ac:spMkLst>
        </pc:spChg>
        <pc:picChg chg="del">
          <ac:chgData name="Zhu, Yanjun" userId="aae12638-6f5e-40eb-ab19-7cf662dbe66c" providerId="ADAL" clId="{FF437979-1903-45E7-A4C4-BEB6634A64A9}" dt="2023-02-16T07:23:12.068" v="112" actId="478"/>
          <ac:picMkLst>
            <pc:docMk/>
            <pc:sldMk cId="182972620" sldId="2134096413"/>
            <ac:picMk id="3" creationId="{26724934-06F6-4500-A2B5-0964417D553D}"/>
          </ac:picMkLst>
        </pc:picChg>
        <pc:picChg chg="del mod">
          <ac:chgData name="Zhu, Yanjun" userId="aae12638-6f5e-40eb-ab19-7cf662dbe66c" providerId="ADAL" clId="{FF437979-1903-45E7-A4C4-BEB6634A64A9}" dt="2023-02-16T07:23:15.599" v="113" actId="478"/>
          <ac:picMkLst>
            <pc:docMk/>
            <pc:sldMk cId="182972620" sldId="2134096413"/>
            <ac:picMk id="4" creationId="{41D02FA4-1C99-41D1-97C5-F89FAF590E01}"/>
          </ac:picMkLst>
        </pc:picChg>
        <pc:picChg chg="add del mod">
          <ac:chgData name="Zhu, Yanjun" userId="aae12638-6f5e-40eb-ab19-7cf662dbe66c" providerId="ADAL" clId="{FF437979-1903-45E7-A4C4-BEB6634A64A9}" dt="2023-02-16T14:09:37.861" v="575" actId="21"/>
          <ac:picMkLst>
            <pc:docMk/>
            <pc:sldMk cId="182972620" sldId="2134096413"/>
            <ac:picMk id="4" creationId="{7782801F-B0F7-DE19-FF1A-D65C27FAB212}"/>
          </ac:picMkLst>
        </pc:picChg>
        <pc:picChg chg="add mod ord">
          <ac:chgData name="Zhu, Yanjun" userId="aae12638-6f5e-40eb-ab19-7cf662dbe66c" providerId="ADAL" clId="{FF437979-1903-45E7-A4C4-BEB6634A64A9}" dt="2023-02-16T14:09:34.209" v="574" actId="1035"/>
          <ac:picMkLst>
            <pc:docMk/>
            <pc:sldMk cId="182972620" sldId="2134096413"/>
            <ac:picMk id="8" creationId="{FC07EF3E-3ED9-1551-D0CE-BF57BA99E971}"/>
          </ac:picMkLst>
        </pc:picChg>
        <pc:picChg chg="add mod">
          <ac:chgData name="Zhu, Yanjun" userId="aae12638-6f5e-40eb-ab19-7cf662dbe66c" providerId="ADAL" clId="{FF437979-1903-45E7-A4C4-BEB6634A64A9}" dt="2023-02-16T14:15:29.687" v="581" actId="1076"/>
          <ac:picMkLst>
            <pc:docMk/>
            <pc:sldMk cId="182972620" sldId="2134096413"/>
            <ac:picMk id="9" creationId="{78982284-95DF-AE94-EDE5-3A6949E4A4A2}"/>
          </ac:picMkLst>
        </pc:picChg>
        <pc:cxnChg chg="add mod">
          <ac:chgData name="Zhu, Yanjun" userId="aae12638-6f5e-40eb-ab19-7cf662dbe66c" providerId="ADAL" clId="{FF437979-1903-45E7-A4C4-BEB6634A64A9}" dt="2023-02-16T14:09:34.209" v="574" actId="1035"/>
          <ac:cxnSpMkLst>
            <pc:docMk/>
            <pc:sldMk cId="182972620" sldId="2134096413"/>
            <ac:cxnSpMk id="10" creationId="{CFD7FABF-79B6-3280-961A-CA88C9E7A159}"/>
          </ac:cxnSpMkLst>
        </pc:cxnChg>
        <pc:cxnChg chg="add mod">
          <ac:chgData name="Zhu, Yanjun" userId="aae12638-6f5e-40eb-ab19-7cf662dbe66c" providerId="ADAL" clId="{FF437979-1903-45E7-A4C4-BEB6634A64A9}" dt="2023-02-16T14:09:34.209" v="574" actId="1035"/>
          <ac:cxnSpMkLst>
            <pc:docMk/>
            <pc:sldMk cId="182972620" sldId="2134096413"/>
            <ac:cxnSpMk id="14" creationId="{F43C9DF1-D259-9F1E-2B12-55A3CB43C811}"/>
          </ac:cxnSpMkLst>
        </pc:cxnChg>
        <pc:cxnChg chg="add mod">
          <ac:chgData name="Zhu, Yanjun" userId="aae12638-6f5e-40eb-ab19-7cf662dbe66c" providerId="ADAL" clId="{FF437979-1903-45E7-A4C4-BEB6634A64A9}" dt="2023-02-16T14:09:34.209" v="574" actId="1035"/>
          <ac:cxnSpMkLst>
            <pc:docMk/>
            <pc:sldMk cId="182972620" sldId="2134096413"/>
            <ac:cxnSpMk id="18" creationId="{6A182D17-A92E-F94B-9A01-4F4670A06123}"/>
          </ac:cxnSpMkLst>
        </pc:cxn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zh-CN"/>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10/2/2025</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SoftRoCE</a:t>
            </a:r>
            <a:r>
              <a:rPr lang="en-US" dirty="0"/>
              <a:t> is an implementation of RoCEv2 in Linux kernel.</a:t>
            </a:r>
          </a:p>
        </p:txBody>
      </p:sp>
    </p:spTree>
    <p:extLst>
      <p:ext uri="{BB962C8B-B14F-4D97-AF65-F5344CB8AC3E}">
        <p14:creationId xmlns:p14="http://schemas.microsoft.com/office/powerpoint/2010/main" val="1698550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p:spPr>
      </p:sp>
      <p:sp>
        <p:nvSpPr>
          <p:cNvPr id="2150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CA" dirty="0">
                <a:ea typeface="ＭＳ Ｐゴシック" pitchFamily="-105" charset="-128"/>
                <a:cs typeface="ＭＳ Ｐゴシック" pitchFamily="-105" charset="-128"/>
              </a:rPr>
              <a:t>Index </a:t>
            </a:r>
            <a:r>
              <a:rPr lang="en-US" dirty="0">
                <a:ea typeface="ＭＳ Ｐゴシック" pitchFamily="-105" charset="-128"/>
                <a:cs typeface="ＭＳ Ｐゴシック" pitchFamily="-105" charset="-128"/>
              </a:rPr>
              <a:t>of</a:t>
            </a:r>
            <a:r>
              <a:rPr lang="zh-CN" altLang="en-US" dirty="0">
                <a:ea typeface="ＭＳ Ｐゴシック" pitchFamily="-105" charset="-128"/>
                <a:cs typeface="ＭＳ Ｐゴシック" pitchFamily="-105" charset="-128"/>
              </a:rPr>
              <a:t> </a:t>
            </a:r>
            <a:r>
              <a:rPr lang="en-US" altLang="zh-CN" dirty="0">
                <a:ea typeface="ＭＳ Ｐゴシック" pitchFamily="-105" charset="-128"/>
                <a:cs typeface="ＭＳ Ｐゴシック" pitchFamily="-105" charset="-128"/>
              </a:rPr>
              <a:t>this</a:t>
            </a:r>
            <a:r>
              <a:rPr lang="zh-CN" altLang="en-US" dirty="0">
                <a:ea typeface="ＭＳ Ｐゴシック" pitchFamily="-105" charset="-128"/>
                <a:cs typeface="ＭＳ Ｐゴシック" pitchFamily="-105" charset="-128"/>
              </a:rPr>
              <a:t> </a:t>
            </a:r>
            <a:r>
              <a:rPr lang="en-US" altLang="zh-CN" dirty="0">
                <a:ea typeface="ＭＳ Ｐゴシック" pitchFamily="-105" charset="-128"/>
                <a:cs typeface="ＭＳ Ｐゴシック" pitchFamily="-105" charset="-128"/>
              </a:rPr>
              <a:t>presentation</a:t>
            </a:r>
            <a:endParaRPr lang="en-CA" dirty="0">
              <a:ea typeface="ＭＳ Ｐゴシック" pitchFamily="-105" charset="-128"/>
              <a:cs typeface="ＭＳ Ｐゴシック" pitchFamily="-105" charset="-128"/>
            </a:endParaRPr>
          </a:p>
        </p:txBody>
      </p:sp>
      <p:sp>
        <p:nvSpPr>
          <p:cNvPr id="21508" name="Slide Number Placeholder 3"/>
          <p:cNvSpPr txBox="1">
            <a:spLocks noGrp="1"/>
          </p:cNvSpPr>
          <p:nvPr/>
        </p:nvSpPr>
        <p:spPr bwMode="auto">
          <a:xfrm>
            <a:off x="3884027" y="8685071"/>
            <a:ext cx="2972421" cy="457358"/>
          </a:xfrm>
          <a:prstGeom prst="rect">
            <a:avLst/>
          </a:prstGeom>
          <a:noFill/>
          <a:ln w="9525">
            <a:noFill/>
            <a:miter lim="800000"/>
            <a:headEnd/>
            <a:tailEnd/>
          </a:ln>
        </p:spPr>
        <p:txBody>
          <a:bodyPr lIns="91413" tIns="45707" rIns="91413" bIns="45707" anchor="b">
            <a:prstTxWarp prst="textNoShape">
              <a:avLst/>
            </a:prstTxWarp>
          </a:bodyPr>
          <a:lstStyle/>
          <a:p>
            <a:pPr algn="r"/>
            <a:fld id="{F1B714F4-B1BE-7C46-BE20-21DC29085EDF}" type="slidenum">
              <a:rPr lang="en-US">
                <a:latin typeface="Intel Clear" panose="020B0604020203020204" pitchFamily="34" charset="0"/>
                <a:ea typeface="ＭＳ Ｐゴシック" pitchFamily="-105" charset="-128"/>
                <a:cs typeface="ＭＳ Ｐゴシック" pitchFamily="-105" charset="-128"/>
              </a:rPr>
              <a:pPr algn="r"/>
              <a:t>2</a:t>
            </a:fld>
            <a:endParaRPr lang="en-US" dirty="0">
              <a:latin typeface="Intel Clear" panose="020B0604020203020204" pitchFamily="34" charset="0"/>
              <a:ea typeface="ＭＳ Ｐゴシック" pitchFamily="-105" charset="-128"/>
              <a:cs typeface="ＭＳ Ｐゴシック" pitchFamily="-105" charset="-128"/>
            </a:endParaRPr>
          </a:p>
        </p:txBody>
      </p:sp>
    </p:spTree>
    <p:extLst>
      <p:ext uri="{BB962C8B-B14F-4D97-AF65-F5344CB8AC3E}">
        <p14:creationId xmlns:p14="http://schemas.microsoft.com/office/powerpoint/2010/main" val="3474478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0968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BD6CD9-A708-41B1-B4A7-2C38816A830F}" type="slidenum">
              <a:rPr lang="en-US" smtClean="0"/>
              <a:t>4</a:t>
            </a:fld>
            <a:endParaRPr lang="en-US"/>
          </a:p>
        </p:txBody>
      </p:sp>
    </p:spTree>
    <p:extLst>
      <p:ext uri="{BB962C8B-B14F-4D97-AF65-F5344CB8AC3E}">
        <p14:creationId xmlns:p14="http://schemas.microsoft.com/office/powerpoint/2010/main" val="1640999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eBPF</a:t>
            </a:r>
            <a:r>
              <a:rPr lang="en-US" dirty="0"/>
              <a:t> Architecture</a:t>
            </a:r>
          </a:p>
        </p:txBody>
      </p:sp>
      <p:sp>
        <p:nvSpPr>
          <p:cNvPr id="4" name="Slide Number Placeholder 3"/>
          <p:cNvSpPr>
            <a:spLocks noGrp="1"/>
          </p:cNvSpPr>
          <p:nvPr>
            <p:ph type="sldNum" sz="quarter" idx="5"/>
          </p:nvPr>
        </p:nvSpPr>
        <p:spPr/>
        <p:txBody>
          <a:bodyPr/>
          <a:lstStyle/>
          <a:p>
            <a:fld id="{A8BD6CD9-A708-41B1-B4A7-2C38816A830F}" type="slidenum">
              <a:rPr lang="en-US" smtClean="0"/>
              <a:t>5</a:t>
            </a:fld>
            <a:endParaRPr lang="en-US"/>
          </a:p>
        </p:txBody>
      </p:sp>
    </p:spTree>
    <p:extLst>
      <p:ext uri="{BB962C8B-B14F-4D97-AF65-F5344CB8AC3E}">
        <p14:creationId xmlns:p14="http://schemas.microsoft.com/office/powerpoint/2010/main" val="1734504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eBPF</a:t>
            </a:r>
            <a:r>
              <a:rPr lang="en-US" dirty="0"/>
              <a:t> App acts as a monitor and triggers the actions based on the performance of Storage Servers</a:t>
            </a:r>
          </a:p>
        </p:txBody>
      </p:sp>
      <p:sp>
        <p:nvSpPr>
          <p:cNvPr id="4" name="Slide Number Placeholder 3"/>
          <p:cNvSpPr>
            <a:spLocks noGrp="1"/>
          </p:cNvSpPr>
          <p:nvPr>
            <p:ph type="sldNum" sz="quarter" idx="5"/>
          </p:nvPr>
        </p:nvSpPr>
        <p:spPr/>
        <p:txBody>
          <a:bodyPr/>
          <a:lstStyle/>
          <a:p>
            <a:fld id="{A8BD6CD9-A708-41B1-B4A7-2C38816A830F}" type="slidenum">
              <a:rPr lang="en-US" smtClean="0"/>
              <a:t>6</a:t>
            </a:fld>
            <a:endParaRPr lang="en-US"/>
          </a:p>
        </p:txBody>
      </p:sp>
    </p:spTree>
    <p:extLst>
      <p:ext uri="{BB962C8B-B14F-4D97-AF65-F5344CB8AC3E}">
        <p14:creationId xmlns:p14="http://schemas.microsoft.com/office/powerpoint/2010/main" val="1398793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RDMA Introduction</a:t>
            </a:r>
          </a:p>
        </p:txBody>
      </p:sp>
      <p:sp>
        <p:nvSpPr>
          <p:cNvPr id="4" name="Slide Number Placeholder 3"/>
          <p:cNvSpPr>
            <a:spLocks noGrp="1"/>
          </p:cNvSpPr>
          <p:nvPr>
            <p:ph type="sldNum" sz="quarter" idx="5"/>
          </p:nvPr>
        </p:nvSpPr>
        <p:spPr/>
        <p:txBody>
          <a:bodyPr/>
          <a:lstStyle/>
          <a:p>
            <a:fld id="{A8BD6CD9-A708-41B1-B4A7-2C38816A830F}" type="slidenum">
              <a:rPr lang="en-US" smtClean="0"/>
              <a:t>7</a:t>
            </a:fld>
            <a:endParaRPr lang="en-US"/>
          </a:p>
        </p:txBody>
      </p:sp>
    </p:spTree>
    <p:extLst>
      <p:ext uri="{BB962C8B-B14F-4D97-AF65-F5344CB8AC3E}">
        <p14:creationId xmlns:p14="http://schemas.microsoft.com/office/powerpoint/2010/main" val="561460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spcBef>
                <a:spcPct val="0"/>
              </a:spcBef>
              <a:spcAft>
                <a:spcPct val="0"/>
              </a:spcAft>
            </a:pPr>
            <a:r>
              <a:rPr lang="en-US" sz="1200" dirty="0">
                <a:solidFill>
                  <a:prstClr val="black"/>
                </a:solidFill>
                <a:latin typeface="Intel Clear" panose="020B0604020203020204" pitchFamily="34" charset="0"/>
                <a:ea typeface="Intel Clear" panose="020B0604020203020204" pitchFamily="34" charset="0"/>
                <a:cs typeface="Intel Clear" panose="020B0604020203020204" pitchFamily="34" charset="0"/>
              </a:rPr>
              <a:t>Introduce </a:t>
            </a:r>
            <a:r>
              <a:rPr lang="en-US" sz="1200" dirty="0" err="1">
                <a:solidFill>
                  <a:prstClr val="black"/>
                </a:solidFill>
                <a:latin typeface="Intel Clear" panose="020B0604020203020204" pitchFamily="34" charset="0"/>
                <a:ea typeface="Intel Clear" panose="020B0604020203020204" pitchFamily="34" charset="0"/>
                <a:cs typeface="Intel Clear" panose="020B0604020203020204" pitchFamily="34" charset="0"/>
              </a:rPr>
              <a:t>Infiniband</a:t>
            </a:r>
            <a:r>
              <a:rPr lang="en-US" sz="1200" dirty="0">
                <a:solidFill>
                  <a:prstClr val="black"/>
                </a:solidFill>
                <a:latin typeface="Intel Clear" panose="020B0604020203020204" pitchFamily="34" charset="0"/>
                <a:ea typeface="Intel Clear" panose="020B0604020203020204" pitchFamily="34" charset="0"/>
                <a:cs typeface="Intel Clear" panose="020B0604020203020204" pitchFamily="34" charset="0"/>
              </a:rPr>
              <a:t> and RoCEv1/v2</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61C8689-8455-3546-ADF9-3B7273760F6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07490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spcBef>
                <a:spcPct val="0"/>
              </a:spcBef>
              <a:spcAft>
                <a:spcPct val="0"/>
              </a:spcAft>
            </a:pPr>
            <a:r>
              <a:rPr lang="en-US" sz="1200" dirty="0">
                <a:solidFill>
                  <a:prstClr val="black"/>
                </a:solidFill>
                <a:latin typeface="Intel Clear" panose="020B0604020203020204" pitchFamily="34" charset="0"/>
                <a:ea typeface="Intel Clear" panose="020B0604020203020204" pitchFamily="34" charset="0"/>
                <a:cs typeface="Intel Clear" panose="020B0604020203020204" pitchFamily="34" charset="0"/>
              </a:rPr>
              <a:t>RoCEv2</a:t>
            </a:r>
          </a:p>
          <a:p>
            <a:pPr fontAlgn="base">
              <a:spcBef>
                <a:spcPct val="0"/>
              </a:spcBef>
              <a:spcAft>
                <a:spcPct val="0"/>
              </a:spcAft>
            </a:pPr>
            <a:endParaRPr lang="en-US" sz="1200" dirty="0">
              <a:solidFill>
                <a:prstClr val="black"/>
              </a:solidFill>
              <a:latin typeface="Intel Clear" panose="020B0604020203020204" pitchFamily="34" charset="0"/>
              <a:ea typeface="Intel Clear" panose="020B0604020203020204" pitchFamily="34" charset="0"/>
              <a:cs typeface="Intel Clear" panose="020B0604020203020204" pitchFamily="34" charset="0"/>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61C8689-8455-3546-ADF9-3B7273760F6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291382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For Live upgrade</a:t>
            </a:r>
            <a:endParaRPr lang="en-US" dirty="0"/>
          </a:p>
        </p:txBody>
      </p:sp>
    </p:spTree>
    <p:extLst>
      <p:ext uri="{BB962C8B-B14F-4D97-AF65-F5344CB8AC3E}">
        <p14:creationId xmlns:p14="http://schemas.microsoft.com/office/powerpoint/2010/main" val="2917325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6627D3-AA1A-4FDE-800B-574E18E83E9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51028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3C26F-98FB-4525-BDB4-2E9BF6DCEE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05671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342900"/>
            <a:endParaRPr lang="en-US" sz="1200" dirty="0">
              <a:solidFill>
                <a:prstClr val="black"/>
              </a:solidFill>
              <a:latin typeface="Intel Clear" panose="020B0604020203020204" pitchFamily="34" charset="0"/>
              <a:ea typeface="Intel Clear" panose="020B0604020203020204" pitchFamily="34" charset="0"/>
              <a:cs typeface="Intel Clear" panose="020B0604020203020204" pitchFamily="34" charset="0"/>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61C8689-8455-3546-ADF9-3B7273760F6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492305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spcBef>
                <a:spcPct val="0"/>
              </a:spcBef>
              <a:spcAft>
                <a:spcPct val="0"/>
              </a:spcAft>
            </a:pPr>
            <a:endParaRPr lang="en-US" sz="1200" dirty="0">
              <a:solidFill>
                <a:prstClr val="black"/>
              </a:solidFill>
              <a:latin typeface="Intel Clear" panose="020B0604020203020204" pitchFamily="34" charset="0"/>
              <a:ea typeface="Intel Clear" panose="020B0604020203020204" pitchFamily="34" charset="0"/>
              <a:cs typeface="Intel Clear" panose="020B0604020203020204" pitchFamily="34" charset="0"/>
            </a:endParaRPr>
          </a:p>
          <a:p>
            <a:pPr fontAlgn="base">
              <a:spcBef>
                <a:spcPct val="0"/>
              </a:spcBef>
              <a:spcAft>
                <a:spcPct val="0"/>
              </a:spcAft>
            </a:pPr>
            <a:endParaRPr lang="en-US" sz="1200" dirty="0">
              <a:solidFill>
                <a:prstClr val="black"/>
              </a:solidFill>
              <a:latin typeface="Intel Clear" panose="020B0604020203020204" pitchFamily="34" charset="0"/>
              <a:ea typeface="Intel Clear" panose="020B0604020203020204" pitchFamily="34" charset="0"/>
              <a:cs typeface="Intel Clear" panose="020B0604020203020204" pitchFamily="34" charset="0"/>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61C8689-8455-3546-ADF9-3B7273760F6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569049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6937E6-4219-4C61-8393-CDF8FD92DDAC}" type="slidenum">
              <a:rPr lang="en-US" smtClean="0"/>
              <a:t>17</a:t>
            </a:fld>
            <a:endParaRPr lang="en-US"/>
          </a:p>
        </p:txBody>
      </p:sp>
    </p:spTree>
    <p:extLst>
      <p:ext uri="{BB962C8B-B14F-4D97-AF65-F5344CB8AC3E}">
        <p14:creationId xmlns:p14="http://schemas.microsoft.com/office/powerpoint/2010/main" val="27534133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1C8689-8455-3546-ADF9-3B7273760F66}" type="slidenum">
              <a:rPr lang="en-US" smtClean="0"/>
              <a:pPr/>
              <a:t>18</a:t>
            </a:fld>
            <a:endParaRPr lang="en-US" dirty="0"/>
          </a:p>
        </p:txBody>
      </p:sp>
    </p:spTree>
    <p:extLst>
      <p:ext uri="{BB962C8B-B14F-4D97-AF65-F5344CB8AC3E}">
        <p14:creationId xmlns:p14="http://schemas.microsoft.com/office/powerpoint/2010/main" val="28464773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051F2-C442-0CBA-6EAE-72961687F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707B69-18F2-0386-F4AB-8978A072C9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4CCC5C-EC47-7528-2E1E-714CE505286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3A18207-8702-0609-7C62-252271522219}"/>
              </a:ext>
            </a:extLst>
          </p:cNvPr>
          <p:cNvSpPr>
            <a:spLocks noGrp="1"/>
          </p:cNvSpPr>
          <p:nvPr>
            <p:ph type="sldNum" sz="quarter" idx="5"/>
          </p:nvPr>
        </p:nvSpPr>
        <p:spPr/>
        <p:txBody>
          <a:bodyPr/>
          <a:lstStyle/>
          <a:p>
            <a:fld id="{D61C8689-8455-3546-ADF9-3B7273760F66}" type="slidenum">
              <a:rPr lang="en-US" smtClean="0"/>
              <a:pPr/>
              <a:t>19</a:t>
            </a:fld>
            <a:endParaRPr lang="en-US" dirty="0"/>
          </a:p>
        </p:txBody>
      </p:sp>
    </p:spTree>
    <p:extLst>
      <p:ext uri="{BB962C8B-B14F-4D97-AF65-F5344CB8AC3E}">
        <p14:creationId xmlns:p14="http://schemas.microsoft.com/office/powerpoint/2010/main" val="2615132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dirty="0"/>
              <a:t>75 </a:t>
            </a:r>
            <a:r>
              <a:rPr lang="en-US" dirty="0" err="1"/>
              <a:t>pt</a:t>
            </a:r>
            <a:r>
              <a:rPr lang="en-US" dirty="0"/>
              <a:t> Intel Clear Light</a:t>
            </a:r>
            <a:endParaRPr dirty="0"/>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
        <p:nvSpPr>
          <p:cNvPr id="14" name="TextBox 13">
            <a:extLst>
              <a:ext uri="{FF2B5EF4-FFF2-40B4-BE49-F238E27FC236}">
                <a16:creationId xmlns:a16="http://schemas.microsoft.com/office/drawing/2014/main" id="{3913A3F1-5C33-4D8D-A6A8-B3B1F97A4732}"/>
              </a:ext>
            </a:extLst>
          </p:cNvPr>
          <p:cNvSpPr txBox="1"/>
          <p:nvPr userDrawn="1"/>
        </p:nvSpPr>
        <p:spPr>
          <a:xfrm>
            <a:off x="-739486" y="304914"/>
            <a:ext cx="5910345" cy="646331"/>
          </a:xfrm>
          <a:prstGeom prst="rect">
            <a:avLst/>
          </a:prstGeom>
          <a:noFill/>
        </p:spPr>
        <p:txBody>
          <a:bodyPr vert="horz" wrap="square" lIns="0" tIns="0" rIns="0" bIns="0"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rPr>
              <a:t>Storage Performance Development Kit (SPDK)</a:t>
            </a:r>
          </a:p>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rPr>
              <a:t>Persistent Memory Development Kit (PMDK)</a:t>
            </a:r>
          </a:p>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rPr>
              <a:t>Intel® VTune™ Profiler </a:t>
            </a:r>
          </a:p>
        </p:txBody>
      </p:sp>
      <p:cxnSp>
        <p:nvCxnSpPr>
          <p:cNvPr id="15" name="Straight Connector 14">
            <a:extLst>
              <a:ext uri="{FF2B5EF4-FFF2-40B4-BE49-F238E27FC236}">
                <a16:creationId xmlns:a16="http://schemas.microsoft.com/office/drawing/2014/main" id="{014C1F95-2B41-4CF5-9A5D-7A2DEFAC3C4A}"/>
              </a:ext>
            </a:extLst>
          </p:cNvPr>
          <p:cNvCxnSpPr>
            <a:cxnSpLocks/>
          </p:cNvCxnSpPr>
          <p:nvPr userDrawn="1"/>
        </p:nvCxnSpPr>
        <p:spPr>
          <a:xfrm>
            <a:off x="5247592" y="332387"/>
            <a:ext cx="0" cy="577115"/>
          </a:xfrm>
          <a:prstGeom prst="line">
            <a:avLst/>
          </a:prstGeom>
          <a:noFill/>
          <a:ln w="19050" cap="flat" cmpd="sng" algn="ctr">
            <a:solidFill>
              <a:sysClr val="window" lastClr="FFFFFF"/>
            </a:solidFill>
            <a:prstDash val="solid"/>
          </a:ln>
          <a:effectLst/>
        </p:spPr>
      </p:cxnSp>
      <p:sp>
        <p:nvSpPr>
          <p:cNvPr id="16" name="TextBox 15">
            <a:extLst>
              <a:ext uri="{FF2B5EF4-FFF2-40B4-BE49-F238E27FC236}">
                <a16:creationId xmlns:a16="http://schemas.microsoft.com/office/drawing/2014/main" id="{C5DBF85A-8955-46A9-84E2-A10A51446714}"/>
              </a:ext>
            </a:extLst>
          </p:cNvPr>
          <p:cNvSpPr txBox="1"/>
          <p:nvPr userDrawn="1"/>
        </p:nvSpPr>
        <p:spPr>
          <a:xfrm>
            <a:off x="5324326" y="396169"/>
            <a:ext cx="2443248" cy="430887"/>
          </a:xfrm>
          <a:prstGeom prst="rect">
            <a:avLst/>
          </a:prstGeom>
          <a:noFill/>
        </p:spPr>
        <p:txBody>
          <a:bodyPr vert="horz"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rPr>
              <a:t>Virtual Forum</a:t>
            </a:r>
          </a:p>
        </p:txBody>
      </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dirty="0"/>
              <a:t>75 </a:t>
            </a:r>
            <a:r>
              <a:rPr lang="en-US" dirty="0" err="1"/>
              <a:t>pt</a:t>
            </a:r>
            <a:r>
              <a:rPr lang="en-US" dirty="0"/>
              <a:t> Intel Clear Light</a:t>
            </a:r>
            <a:endParaRPr dirty="0"/>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rgbClr val="525252"/>
                </a:solidFill>
              </a:defRPr>
            </a:lvl1pPr>
          </a:lstStyle>
          <a:p>
            <a:r>
              <a:rPr lang="en-US" dirty="0"/>
              <a:t>75 </a:t>
            </a:r>
            <a:r>
              <a:rPr lang="en-US" dirty="0" err="1"/>
              <a:t>pt</a:t>
            </a:r>
            <a:r>
              <a:rPr lang="en-US" dirty="0"/>
              <a:t> Intel Clear</a:t>
            </a:r>
            <a:endParaRPr dirty="0"/>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dirty="0"/>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dirty="0"/>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2"/>
                </a:solidFill>
              </a:defRPr>
            </a:lvl1pPr>
          </a:lstStyle>
          <a:p>
            <a:r>
              <a:rPr lang="en-US" dirty="0"/>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rgbClr val="525252"/>
                </a:solidFill>
              </a:defRPr>
            </a:lvl1pPr>
          </a:lstStyle>
          <a:p>
            <a:r>
              <a:rPr lang="en-US" dirty="0"/>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dirty="0"/>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bg1"/>
                </a:solidFill>
              </a:defRPr>
            </a:lvl1pPr>
          </a:lstStyle>
          <a:p>
            <a:r>
              <a:rPr lang="en-US" dirty="0"/>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dirty="0"/>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rgbClr val="525252"/>
                </a:solidFill>
              </a:defRPr>
            </a:lvl1pPr>
          </a:lstStyle>
          <a:p>
            <a:r>
              <a:rPr lang="en-US" dirty="0"/>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dirty="0"/>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dirty="0"/>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2"/>
                </a:solidFill>
              </a:defRPr>
            </a:lvl1pPr>
          </a:lstStyle>
          <a:p>
            <a:r>
              <a:rPr lang="en-US" dirty="0"/>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dirty="0"/>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dirty="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accent1"/>
                </a:solidFill>
              </a:defRPr>
            </a:lvl1pPr>
          </a:lstStyle>
          <a:p>
            <a:r>
              <a:rPr lang="en-US" dirty="0"/>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9" name="Rectangle 8">
            <a:extLst>
              <a:ext uri="{FF2B5EF4-FFF2-40B4-BE49-F238E27FC236}">
                <a16:creationId xmlns:a16="http://schemas.microsoft.com/office/drawing/2014/main" id="{F6E1F1A6-2FDF-4676-B713-F9746DD3A821}"/>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dirty="0"/>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dirty="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dirty="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dirty="0"/>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nd Bulleted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endParaRPr lang="en-US" dirty="0"/>
          </a:p>
        </p:txBody>
      </p:sp>
      <p:sp>
        <p:nvSpPr>
          <p:cNvPr id="7" name="Title 6"/>
          <p:cNvSpPr>
            <a:spLocks noGrp="1"/>
          </p:cNvSpPr>
          <p:nvPr>
            <p:ph type="title" hasCustomPrompt="1"/>
          </p:nvPr>
        </p:nvSpPr>
        <p:spPr>
          <a:xfrm>
            <a:off x="607484" y="411797"/>
            <a:ext cx="10972800" cy="1158240"/>
          </a:xfrm>
        </p:spPr>
        <p:txBody>
          <a:bodyPr/>
          <a:lstStyle>
            <a:lvl1pPr>
              <a:defRPr b="0" i="0" baseline="0">
                <a:solidFill>
                  <a:schemeClr val="tx2"/>
                </a:solidFill>
                <a:latin typeface="Intel Clear"/>
                <a:cs typeface="Intel Clear"/>
              </a:defRPr>
            </a:lvl1pPr>
          </a:lstStyle>
          <a:p>
            <a:r>
              <a:rPr lang="en-US" dirty="0"/>
              <a:t>28pt Intel Clear Headline</a:t>
            </a:r>
          </a:p>
        </p:txBody>
      </p:sp>
      <p:sp>
        <p:nvSpPr>
          <p:cNvPr id="9" name="Content Placeholder 8"/>
          <p:cNvSpPr>
            <a:spLocks noGrp="1"/>
          </p:cNvSpPr>
          <p:nvPr>
            <p:ph sz="quarter" idx="13" hasCustomPrompt="1"/>
          </p:nvPr>
        </p:nvSpPr>
        <p:spPr>
          <a:xfrm>
            <a:off x="607484" y="1604434"/>
            <a:ext cx="10970683" cy="4567767"/>
          </a:xfrm>
        </p:spPr>
        <p:txBody>
          <a:bodyPr/>
          <a:lstStyle>
            <a:lvl1pPr>
              <a:defRPr>
                <a:solidFill>
                  <a:srgbClr val="0071C5"/>
                </a:solidFill>
              </a:defRPr>
            </a:lvl1pPr>
            <a:lvl2pPr>
              <a:defRPr sz="2400">
                <a:solidFill>
                  <a:schemeClr val="tx2"/>
                </a:solidFill>
              </a:defRPr>
            </a:lvl2pPr>
            <a:lvl3pPr>
              <a:defRPr sz="2400">
                <a:solidFill>
                  <a:schemeClr val="tx2"/>
                </a:solidFill>
              </a:defRPr>
            </a:lvl3pPr>
            <a:lvl4pPr>
              <a:defRPr sz="2133">
                <a:solidFill>
                  <a:schemeClr val="tx2"/>
                </a:solidFill>
              </a:defRPr>
            </a:lvl4pPr>
            <a:lvl5pPr>
              <a:defRPr>
                <a:solidFill>
                  <a:schemeClr val="tx2"/>
                </a:solidFill>
              </a:defRPr>
            </a:lvl5pPr>
          </a:lstStyle>
          <a:p>
            <a:pPr lvl="0"/>
            <a:r>
              <a:rPr lang="en-US" dirty="0"/>
              <a:t>18pt Intel Clear body text</a:t>
            </a:r>
          </a:p>
          <a:p>
            <a:pPr lvl="1"/>
            <a:r>
              <a:rPr lang="en-US" dirty="0"/>
              <a:t>18pt Intel Clear bullet one</a:t>
            </a:r>
          </a:p>
          <a:p>
            <a:pPr lvl="2"/>
            <a:r>
              <a:rPr lang="en-US" dirty="0"/>
              <a:t>18pt Intel Clear sub-bullet</a:t>
            </a:r>
          </a:p>
          <a:p>
            <a:pPr lvl="3"/>
            <a:r>
              <a:rPr lang="en-US" dirty="0"/>
              <a:t>16pt Intel Clear fourth level</a:t>
            </a:r>
          </a:p>
          <a:p>
            <a:pPr lvl="4"/>
            <a:r>
              <a:rPr lang="en-US" dirty="0" err="1"/>
              <a:t>14pt</a:t>
            </a:r>
            <a:r>
              <a:rPr lang="en-US" dirty="0"/>
              <a:t> Intel Clear fifth level</a:t>
            </a:r>
          </a:p>
        </p:txBody>
      </p:sp>
    </p:spTree>
    <p:extLst>
      <p:ext uri="{BB962C8B-B14F-4D97-AF65-F5344CB8AC3E}">
        <p14:creationId xmlns:p14="http://schemas.microsoft.com/office/powerpoint/2010/main" val="2071856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Dark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3"/>
            <a:ext cx="10972800" cy="1143000"/>
          </a:xfrm>
        </p:spPr>
        <p:txBody>
          <a:bodyPr/>
          <a:lstStyle>
            <a:lvl1pPr>
              <a:defRPr>
                <a:solidFill>
                  <a:schemeClr val="bg2">
                    <a:lumMod val="60000"/>
                    <a:lumOff val="40000"/>
                  </a:schemeClr>
                </a:solidFill>
              </a:defRPr>
            </a:lvl1pPr>
          </a:lstStyle>
          <a:p>
            <a:r>
              <a:rPr lang="en-US"/>
              <a:t>Click to edit Master title style</a:t>
            </a:r>
          </a:p>
        </p:txBody>
      </p:sp>
    </p:spTree>
    <p:extLst>
      <p:ext uri="{BB962C8B-B14F-4D97-AF65-F5344CB8AC3E}">
        <p14:creationId xmlns:p14="http://schemas.microsoft.com/office/powerpoint/2010/main" val="136972159"/>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cSld name="Back Cover Radial Gradient">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pic>
        <p:nvPicPr>
          <p:cNvPr id="4" name="Picture 2" descr="\\.psf\Home\Desktop\Intel.png"/>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4636577" y="2500173"/>
            <a:ext cx="2811727" cy="1853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582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p>
            <a:r>
              <a:rPr lang="en-US" dirty="0"/>
              <a:t>40pt Intel Clear Light Text Goes Here</a:t>
            </a:r>
            <a:endParaRPr dirty="0"/>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dirty="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3" r:id="rId27"/>
    <p:sldLayoutId id="2147483784" r:id="rId28"/>
    <p:sldLayoutId id="2147483785"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1.xml"/><Relationship Id="rId4"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3.xml"/><Relationship Id="rId4" Type="http://schemas.openxmlformats.org/officeDocument/2006/relationships/image" Target="../media/image14.e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15.emf"/></Relationships>
</file>

<file path=ppt/slides/_rels/slide1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825211" y="2514649"/>
            <a:ext cx="10972801" cy="1091827"/>
          </a:xfrm>
        </p:spPr>
        <p:txBody>
          <a:bodyPr/>
          <a:lstStyle/>
          <a:p>
            <a:r>
              <a:rPr lang="en-US" altLang="zh-CN" sz="4800" dirty="0"/>
              <a:t>KHO/LUO and Live Update Introduction</a:t>
            </a:r>
            <a:endParaRPr lang="en-US" sz="4800" dirty="0"/>
          </a:p>
        </p:txBody>
      </p:sp>
      <p:sp>
        <p:nvSpPr>
          <p:cNvPr id="9" name="Text Placeholder 8">
            <a:extLst>
              <a:ext uri="{FF2B5EF4-FFF2-40B4-BE49-F238E27FC236}">
                <a16:creationId xmlns:a16="http://schemas.microsoft.com/office/drawing/2014/main" id="{ABEAF9F9-E88D-44A4-A1B6-BAA2E532B65E}"/>
              </a:ext>
            </a:extLst>
          </p:cNvPr>
          <p:cNvSpPr>
            <a:spLocks noGrp="1"/>
          </p:cNvSpPr>
          <p:nvPr>
            <p:ph type="body" sz="quarter" idx="27"/>
          </p:nvPr>
        </p:nvSpPr>
        <p:spPr/>
        <p:txBody>
          <a:bodyPr/>
          <a:lstStyle/>
          <a:p>
            <a:r>
              <a:rPr lang="en-US" dirty="0"/>
              <a:t>Zhu Yanjun Oct. 6, 2025</a:t>
            </a:r>
          </a:p>
        </p:txBody>
      </p:sp>
      <p:sp>
        <p:nvSpPr>
          <p:cNvPr id="2" name="Rectangle 1">
            <a:extLst>
              <a:ext uri="{FF2B5EF4-FFF2-40B4-BE49-F238E27FC236}">
                <a16:creationId xmlns:a16="http://schemas.microsoft.com/office/drawing/2014/main" id="{C7D01ABF-BF28-91FD-E520-F26F92C2BB3F}"/>
              </a:ext>
            </a:extLst>
          </p:cNvPr>
          <p:cNvSpPr/>
          <p:nvPr/>
        </p:nvSpPr>
        <p:spPr>
          <a:xfrm>
            <a:off x="1463039" y="5977288"/>
            <a:ext cx="1145406" cy="47163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Rectangle: Rounded Corners 2">
            <a:extLst>
              <a:ext uri="{FF2B5EF4-FFF2-40B4-BE49-F238E27FC236}">
                <a16:creationId xmlns:a16="http://schemas.microsoft.com/office/drawing/2014/main" id="{40274368-46C5-84D2-879F-CE3AA706CB93}"/>
              </a:ext>
            </a:extLst>
          </p:cNvPr>
          <p:cNvSpPr/>
          <p:nvPr/>
        </p:nvSpPr>
        <p:spPr>
          <a:xfrm>
            <a:off x="1463039" y="5977288"/>
            <a:ext cx="1318662" cy="548640"/>
          </a:xfrm>
          <a:prstGeom prst="roundRect">
            <a:avLst/>
          </a:prstGeom>
          <a:solidFill>
            <a:srgbClr val="004A8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102934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532279" y="152324"/>
            <a:ext cx="5074194" cy="1325563"/>
          </a:xfrm>
        </p:spPr>
        <p:txBody>
          <a:bodyPr/>
          <a:lstStyle/>
          <a:p>
            <a:r>
              <a:rPr lang="en-CA" sz="5867" b="1" dirty="0">
                <a:solidFill>
                  <a:schemeClr val="tx2"/>
                </a:solidFill>
                <a:latin typeface="Intel Clear Pro" panose="020B0804020202060201" pitchFamily="34" charset="0"/>
                <a:ea typeface="Intel Clear Pro" panose="020B0804020202060201" pitchFamily="34" charset="0"/>
                <a:cs typeface="Intel Clear Pro" panose="020B0804020202060201" pitchFamily="34" charset="0"/>
              </a:rPr>
              <a:t>Agenda</a:t>
            </a:r>
          </a:p>
        </p:txBody>
      </p:sp>
      <p:sp>
        <p:nvSpPr>
          <p:cNvPr id="20483" name="Rectangle 3"/>
          <p:cNvSpPr>
            <a:spLocks noGrp="1"/>
          </p:cNvSpPr>
          <p:nvPr>
            <p:ph type="body" idx="4294967295"/>
          </p:nvPr>
        </p:nvSpPr>
        <p:spPr>
          <a:xfrm>
            <a:off x="532279" y="1288473"/>
            <a:ext cx="6301659" cy="4726383"/>
          </a:xfrm>
        </p:spPr>
        <p:txBody>
          <a:bodyPr>
            <a:noAutofit/>
          </a:bodyPr>
          <a:lstStyle/>
          <a:p>
            <a:pPr marL="380990" indent="-380990">
              <a:buFont typeface="Arial" panose="020B0604020202020204" pitchFamily="34" charset="0"/>
              <a:buChar char="•"/>
            </a:pPr>
            <a:r>
              <a:rPr lang="en-US" altLang="zh-CN" sz="3733" dirty="0"/>
              <a:t>Background(KHO/LUO)</a:t>
            </a:r>
          </a:p>
          <a:p>
            <a:pPr marL="380990" indent="-380990">
              <a:buFont typeface="Arial" panose="020B0604020202020204" pitchFamily="34" charset="0"/>
              <a:buChar char="•"/>
            </a:pPr>
            <a:r>
              <a:rPr lang="en-US" altLang="zh-CN" sz="3733" dirty="0"/>
              <a:t>History(KHO/LUO)</a:t>
            </a:r>
          </a:p>
          <a:p>
            <a:pPr marL="380990" indent="-380990">
              <a:buFont typeface="Arial" panose="020B0604020202020204" pitchFamily="34" charset="0"/>
              <a:buChar char="•"/>
            </a:pPr>
            <a:r>
              <a:rPr lang="en-US" altLang="zh-CN" sz="3733" dirty="0"/>
              <a:t>Current architecture</a:t>
            </a:r>
            <a:endParaRPr lang="en-US" altLang="zh-CN" dirty="0"/>
          </a:p>
          <a:p>
            <a:pPr marL="380990" indent="-380990">
              <a:buFont typeface="Arial" panose="020B0604020202020204" pitchFamily="34" charset="0"/>
              <a:buChar char="•"/>
            </a:pPr>
            <a:r>
              <a:rPr lang="en-US" altLang="zh-CN" sz="3733" dirty="0"/>
              <a:t>Problems</a:t>
            </a:r>
          </a:p>
          <a:p>
            <a:pPr marL="380990" indent="-380990">
              <a:buFont typeface="Arial" panose="020B0604020202020204" pitchFamily="34" charset="0"/>
              <a:buChar char="•"/>
            </a:pPr>
            <a:r>
              <a:rPr lang="en-US" altLang="zh-CN" sz="3733" dirty="0"/>
              <a:t>Solutions</a:t>
            </a:r>
          </a:p>
          <a:p>
            <a:pPr marL="380990" indent="-380990">
              <a:buFont typeface="Arial" panose="020B0604020202020204" pitchFamily="34" charset="0"/>
              <a:buChar char="•"/>
            </a:pPr>
            <a:r>
              <a:rPr lang="en-US" altLang="zh-CN" sz="3733" dirty="0"/>
              <a:t>Future</a:t>
            </a:r>
          </a:p>
          <a:p>
            <a:pPr marL="380990" indent="-380990">
              <a:buFont typeface="Arial" panose="020B0604020202020204" pitchFamily="34" charset="0"/>
              <a:buChar char="•"/>
            </a:pPr>
            <a:endParaRPr lang="en-US" altLang="zh-CN" sz="3733" dirty="0"/>
          </a:p>
        </p:txBody>
      </p:sp>
      <p:sp>
        <p:nvSpPr>
          <p:cNvPr id="4" name="Slide Number Placeholder 3"/>
          <p:cNvSpPr>
            <a:spLocks noGrp="1"/>
          </p:cNvSpPr>
          <p:nvPr>
            <p:ph type="sldNum" sz="quarter" idx="12"/>
          </p:nvPr>
        </p:nvSpPr>
        <p:spPr>
          <a:xfrm>
            <a:off x="6872352" y="4824387"/>
            <a:ext cx="2133600" cy="273844"/>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bg1"/>
                </a:solidFill>
                <a:latin typeface="+mn-lt"/>
                <a:ea typeface="+mn-ea"/>
                <a:cs typeface="Intel Clear"/>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E2556C5-CE8C-6547-B838-EA80C61A4AF7}" type="slidenum">
              <a:rPr lang="en-US" smtClean="0"/>
              <a:pPr/>
              <a:t>2</a:t>
            </a:fld>
            <a:endParaRPr lang="en-US" dirty="0"/>
          </a:p>
        </p:txBody>
      </p:sp>
      <p:pic>
        <p:nvPicPr>
          <p:cNvPr id="6" name="Picture 5"/>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815469" y="12700"/>
            <a:ext cx="5358063" cy="6406573"/>
          </a:xfrm>
          <a:prstGeom prst="rect">
            <a:avLst/>
          </a:prstGeom>
          <a:effectLst/>
        </p:spPr>
      </p:pic>
      <p:sp>
        <p:nvSpPr>
          <p:cNvPr id="2" name="Rectangle: Rounded Corners 1">
            <a:extLst>
              <a:ext uri="{FF2B5EF4-FFF2-40B4-BE49-F238E27FC236}">
                <a16:creationId xmlns:a16="http://schemas.microsoft.com/office/drawing/2014/main" id="{7FA8F55D-D52A-1B44-21D6-5D4AB26C8D77}"/>
              </a:ext>
            </a:extLst>
          </p:cNvPr>
          <p:cNvSpPr/>
          <p:nvPr/>
        </p:nvSpPr>
        <p:spPr>
          <a:xfrm>
            <a:off x="11092070" y="6419273"/>
            <a:ext cx="566530" cy="426027"/>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Rectangle: Rounded Corners 2">
            <a:extLst>
              <a:ext uri="{FF2B5EF4-FFF2-40B4-BE49-F238E27FC236}">
                <a16:creationId xmlns:a16="http://schemas.microsoft.com/office/drawing/2014/main" id="{5F7E09CF-A802-7397-509E-C6244E2FE66A}"/>
              </a:ext>
            </a:extLst>
          </p:cNvPr>
          <p:cNvSpPr/>
          <p:nvPr/>
        </p:nvSpPr>
        <p:spPr>
          <a:xfrm>
            <a:off x="11092070" y="6419273"/>
            <a:ext cx="566530" cy="426027"/>
          </a:xfrm>
          <a:prstGeom prst="round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custDataLst>
      <p:tags r:id="rId1"/>
    </p:custDataLst>
    <p:extLst>
      <p:ext uri="{BB962C8B-B14F-4D97-AF65-F5344CB8AC3E}">
        <p14:creationId xmlns:p14="http://schemas.microsoft.com/office/powerpoint/2010/main" val="3403789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3701860" y="4817826"/>
            <a:ext cx="3586035" cy="1091827"/>
          </a:xfrm>
        </p:spPr>
        <p:txBody>
          <a:bodyPr/>
          <a:lstStyle/>
          <a:p>
            <a:r>
              <a:rPr lang="en-US" sz="4400" b="1" dirty="0">
                <a:solidFill>
                  <a:schemeClr val="tx2"/>
                </a:solidFill>
              </a:rPr>
              <a:t>Background</a:t>
            </a:r>
          </a:p>
        </p:txBody>
      </p:sp>
      <p:sp>
        <p:nvSpPr>
          <p:cNvPr id="2" name="Rectangle 1">
            <a:extLst>
              <a:ext uri="{FF2B5EF4-FFF2-40B4-BE49-F238E27FC236}">
                <a16:creationId xmlns:a16="http://schemas.microsoft.com/office/drawing/2014/main" id="{452DC8E6-7C1C-413B-ADBC-E1B793E81B14}"/>
              </a:ext>
            </a:extLst>
          </p:cNvPr>
          <p:cNvSpPr/>
          <p:nvPr/>
        </p:nvSpPr>
        <p:spPr>
          <a:xfrm>
            <a:off x="6612836" y="685229"/>
            <a:ext cx="5220153" cy="3582519"/>
          </a:xfrm>
          <a:prstGeom prst="rect">
            <a:avLst/>
          </a:prstGeom>
        </p:spPr>
        <p:txBody>
          <a:bodyPr wrap="square">
            <a:spAutoFit/>
          </a:bodyPr>
          <a:lstStyle/>
          <a:p>
            <a:r>
              <a:rPr lang="en-US" altLang="zh-CN" sz="2800" dirty="0"/>
              <a:t>A </a:t>
            </a:r>
            <a:r>
              <a:rPr lang="en-US" altLang="zh-CN" sz="2800" b="1" dirty="0"/>
              <a:t>storage + RDMA network</a:t>
            </a:r>
            <a:r>
              <a:rPr lang="en-US" altLang="zh-CN" sz="2800" dirty="0"/>
              <a:t> combines storage systems (such as </a:t>
            </a:r>
            <a:r>
              <a:rPr lang="en-US" altLang="zh-CN" sz="2800" dirty="0" err="1"/>
              <a:t>NVMe</a:t>
            </a:r>
            <a:r>
              <a:rPr lang="en-US" altLang="zh-CN" sz="2800" dirty="0"/>
              <a:t> drives or storage servers) with an RDMA-capable network fabric (such as </a:t>
            </a:r>
            <a:r>
              <a:rPr lang="en-US" altLang="zh-CN" sz="2800" b="1" dirty="0"/>
              <a:t>InfiniBand</a:t>
            </a:r>
            <a:r>
              <a:rPr lang="en-US" altLang="zh-CN" sz="2800" dirty="0"/>
              <a:t>, </a:t>
            </a:r>
            <a:r>
              <a:rPr lang="en-US" altLang="zh-CN" sz="2800" b="1" dirty="0"/>
              <a:t>RoCE</a:t>
            </a:r>
            <a:r>
              <a:rPr lang="en-US" altLang="zh-CN" sz="2800" dirty="0"/>
              <a:t> – RDMA over Converged Ethernet). It allows applications to perform high-speed, low-latency access to remote storage over the network.</a:t>
            </a:r>
            <a:endParaRPr lang="en-US" sz="2800" dirty="0"/>
          </a:p>
        </p:txBody>
      </p:sp>
      <p:sp>
        <p:nvSpPr>
          <p:cNvPr id="4" name="Rectangle: Rounded Corners 3">
            <a:extLst>
              <a:ext uri="{FF2B5EF4-FFF2-40B4-BE49-F238E27FC236}">
                <a16:creationId xmlns:a16="http://schemas.microsoft.com/office/drawing/2014/main" id="{59C138DF-7623-C1FD-A1F1-296BCDC00B58}"/>
              </a:ext>
            </a:extLst>
          </p:cNvPr>
          <p:cNvSpPr/>
          <p:nvPr/>
        </p:nvSpPr>
        <p:spPr>
          <a:xfrm>
            <a:off x="1443789" y="6006164"/>
            <a:ext cx="1145407" cy="396414"/>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Rectangle: Rounded Corners 2">
            <a:extLst>
              <a:ext uri="{FF2B5EF4-FFF2-40B4-BE49-F238E27FC236}">
                <a16:creationId xmlns:a16="http://schemas.microsoft.com/office/drawing/2014/main" id="{76459146-5E5F-0670-7CC8-2C2684F2B548}"/>
              </a:ext>
            </a:extLst>
          </p:cNvPr>
          <p:cNvSpPr/>
          <p:nvPr/>
        </p:nvSpPr>
        <p:spPr>
          <a:xfrm>
            <a:off x="1443789" y="6006164"/>
            <a:ext cx="1145407" cy="396414"/>
          </a:xfrm>
          <a:prstGeom prst="round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1026" name="Picture 2" descr="高性能计算｜网络系统与存储系统">
            <a:extLst>
              <a:ext uri="{FF2B5EF4-FFF2-40B4-BE49-F238E27FC236}">
                <a16:creationId xmlns:a16="http://schemas.microsoft.com/office/drawing/2014/main" id="{ADB36518-ACB0-537D-D946-9AC1079247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226" y="665021"/>
            <a:ext cx="5681444" cy="3582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6558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55B6C-4644-4329-9D52-78AE74D1CBBA}"/>
              </a:ext>
            </a:extLst>
          </p:cNvPr>
          <p:cNvSpPr>
            <a:spLocks noGrp="1"/>
          </p:cNvSpPr>
          <p:nvPr>
            <p:ph type="title"/>
          </p:nvPr>
        </p:nvSpPr>
        <p:spPr>
          <a:xfrm>
            <a:off x="607484" y="411798"/>
            <a:ext cx="10972800" cy="863847"/>
          </a:xfrm>
        </p:spPr>
        <p:txBody>
          <a:bodyPr vert="horz" lIns="0" tIns="0" rIns="0" bIns="0" rtlCol="0" anchor="t" anchorCtr="0">
            <a:noAutofit/>
          </a:bodyPr>
          <a:lstStyle/>
          <a:p>
            <a:r>
              <a:rPr lang="en-US" altLang="zh-CN" b="1" dirty="0" err="1"/>
              <a:t>eBPF</a:t>
            </a:r>
            <a:r>
              <a:rPr lang="en-US" altLang="zh-CN" b="1" dirty="0"/>
              <a:t> Introduction</a:t>
            </a:r>
            <a:endParaRPr lang="en-US" b="1" dirty="0"/>
          </a:p>
        </p:txBody>
      </p:sp>
      <p:sp>
        <p:nvSpPr>
          <p:cNvPr id="5" name="Rectangle 4">
            <a:extLst>
              <a:ext uri="{FF2B5EF4-FFF2-40B4-BE49-F238E27FC236}">
                <a16:creationId xmlns:a16="http://schemas.microsoft.com/office/drawing/2014/main" id="{7C05531D-EE0C-4321-8608-5CE28067D50F}"/>
              </a:ext>
            </a:extLst>
          </p:cNvPr>
          <p:cNvSpPr/>
          <p:nvPr/>
        </p:nvSpPr>
        <p:spPr>
          <a:xfrm>
            <a:off x="135467" y="1275644"/>
            <a:ext cx="10665884" cy="4517387"/>
          </a:xfrm>
          <a:prstGeom prst="rect">
            <a:avLst/>
          </a:prstGeom>
          <a:noFill/>
          <a:ln w="9525">
            <a:noFill/>
            <a:miter lim="800000"/>
            <a:headEnd/>
            <a:tailEnd/>
          </a:ln>
          <a:effectLst/>
        </p:spPr>
        <p:txBody>
          <a:bodyPr vert="horz" wrap="square" lIns="80185" tIns="40092" rIns="80185" bIns="40092" numCol="1" anchor="t" anchorCtr="1" compatLnSpc="1">
            <a:prstTxWarp prst="textNoShape">
              <a:avLst/>
            </a:prstTxWarp>
          </a:bodyPr>
          <a:lstStyle/>
          <a:p>
            <a:pPr fontAlgn="base">
              <a:lnSpc>
                <a:spcPct val="150000"/>
              </a:lnSpc>
              <a:spcBef>
                <a:spcPts val="600"/>
              </a:spcBef>
              <a:spcAft>
                <a:spcPct val="0"/>
              </a:spcAft>
              <a:buClr>
                <a:schemeClr val="tx1"/>
              </a:buClr>
            </a:pPr>
            <a:endParaRPr lang="zh-CN" altLang="en-US" sz="3600" dirty="0">
              <a:solidFill>
                <a:srgbClr val="0071C5"/>
              </a:solidFill>
            </a:endParaRPr>
          </a:p>
        </p:txBody>
      </p:sp>
      <p:sp>
        <p:nvSpPr>
          <p:cNvPr id="3" name="Rectangle: Rounded Corners 2">
            <a:extLst>
              <a:ext uri="{FF2B5EF4-FFF2-40B4-BE49-F238E27FC236}">
                <a16:creationId xmlns:a16="http://schemas.microsoft.com/office/drawing/2014/main" id="{7D31477A-3726-A834-D4DD-84F7BE4C10B8}"/>
              </a:ext>
            </a:extLst>
          </p:cNvPr>
          <p:cNvSpPr/>
          <p:nvPr/>
        </p:nvSpPr>
        <p:spPr>
          <a:xfrm>
            <a:off x="11088303" y="6516303"/>
            <a:ext cx="587141" cy="250257"/>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Rectangle: Rounded Corners 5">
            <a:extLst>
              <a:ext uri="{FF2B5EF4-FFF2-40B4-BE49-F238E27FC236}">
                <a16:creationId xmlns:a16="http://schemas.microsoft.com/office/drawing/2014/main" id="{A4212C06-1A22-4BE0-859B-4DE4F263D387}"/>
              </a:ext>
            </a:extLst>
          </p:cNvPr>
          <p:cNvSpPr/>
          <p:nvPr/>
        </p:nvSpPr>
        <p:spPr>
          <a:xfrm>
            <a:off x="11011301" y="6516303"/>
            <a:ext cx="760396" cy="341697"/>
          </a:xfrm>
          <a:prstGeom prst="round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11">
            <a:extLst>
              <a:ext uri="{FF2B5EF4-FFF2-40B4-BE49-F238E27FC236}">
                <a16:creationId xmlns:a16="http://schemas.microsoft.com/office/drawing/2014/main" id="{4D318990-8084-891D-113C-A08F5E465A92}"/>
              </a:ext>
            </a:extLst>
          </p:cNvPr>
          <p:cNvSpPr/>
          <p:nvPr/>
        </p:nvSpPr>
        <p:spPr>
          <a:xfrm>
            <a:off x="526774" y="1087023"/>
            <a:ext cx="10555356" cy="1200329"/>
          </a:xfrm>
          <a:prstGeom prst="rect">
            <a:avLst/>
          </a:prstGeom>
        </p:spPr>
        <p:txBody>
          <a:bodyPr wrap="square">
            <a:spAutoFit/>
          </a:bodyPr>
          <a:lstStyle/>
          <a:p>
            <a:r>
              <a:rPr lang="en-US" sz="2000" dirty="0" err="1"/>
              <a:t>eBPF</a:t>
            </a:r>
            <a:r>
              <a:rPr lang="en-US" sz="2000" dirty="0"/>
              <a:t> is a revolutionary technology with origins in the Linux kernel that can run sandboxed programs in a privileged context such as the operating system kernel. It is used to safely and efficiently extend the capabilities of the kernel without requiring to change kernel source code or load kernel modules.</a:t>
            </a:r>
          </a:p>
        </p:txBody>
      </p:sp>
      <p:pic>
        <p:nvPicPr>
          <p:cNvPr id="8" name="Picture 2">
            <a:extLst>
              <a:ext uri="{FF2B5EF4-FFF2-40B4-BE49-F238E27FC236}">
                <a16:creationId xmlns:a16="http://schemas.microsoft.com/office/drawing/2014/main" id="{61576B74-2169-B5CB-BE69-FDC5D3B2BE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2125" y="2178850"/>
            <a:ext cx="7930159" cy="4177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5536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55B6C-4644-4329-9D52-78AE74D1CBBA}"/>
              </a:ext>
            </a:extLst>
          </p:cNvPr>
          <p:cNvSpPr>
            <a:spLocks noGrp="1"/>
          </p:cNvSpPr>
          <p:nvPr>
            <p:ph type="title"/>
          </p:nvPr>
        </p:nvSpPr>
        <p:spPr>
          <a:xfrm>
            <a:off x="607484" y="411798"/>
            <a:ext cx="10972800" cy="863847"/>
          </a:xfrm>
        </p:spPr>
        <p:txBody>
          <a:bodyPr vert="horz" lIns="0" tIns="0" rIns="0" bIns="0" rtlCol="0" anchor="t" anchorCtr="0">
            <a:noAutofit/>
          </a:bodyPr>
          <a:lstStyle/>
          <a:p>
            <a:r>
              <a:rPr lang="en-US" b="1" dirty="0" err="1"/>
              <a:t>eBPF</a:t>
            </a:r>
            <a:r>
              <a:rPr lang="en-US" b="1" dirty="0"/>
              <a:t> Architecture</a:t>
            </a:r>
          </a:p>
        </p:txBody>
      </p:sp>
      <p:sp>
        <p:nvSpPr>
          <p:cNvPr id="5" name="Rectangle 4">
            <a:extLst>
              <a:ext uri="{FF2B5EF4-FFF2-40B4-BE49-F238E27FC236}">
                <a16:creationId xmlns:a16="http://schemas.microsoft.com/office/drawing/2014/main" id="{7C05531D-EE0C-4321-8608-5CE28067D50F}"/>
              </a:ext>
            </a:extLst>
          </p:cNvPr>
          <p:cNvSpPr/>
          <p:nvPr/>
        </p:nvSpPr>
        <p:spPr>
          <a:xfrm>
            <a:off x="135467" y="1275644"/>
            <a:ext cx="10665884" cy="4517387"/>
          </a:xfrm>
          <a:prstGeom prst="rect">
            <a:avLst/>
          </a:prstGeom>
          <a:noFill/>
          <a:ln w="9525">
            <a:noFill/>
            <a:miter lim="800000"/>
            <a:headEnd/>
            <a:tailEnd/>
          </a:ln>
          <a:effectLst/>
        </p:spPr>
        <p:txBody>
          <a:bodyPr vert="horz" wrap="square" lIns="80185" tIns="40092" rIns="80185" bIns="40092" numCol="1" anchor="t" anchorCtr="1" compatLnSpc="1">
            <a:prstTxWarp prst="textNoShape">
              <a:avLst/>
            </a:prstTxWarp>
          </a:bodyPr>
          <a:lstStyle/>
          <a:p>
            <a:pPr fontAlgn="base">
              <a:lnSpc>
                <a:spcPct val="150000"/>
              </a:lnSpc>
              <a:spcBef>
                <a:spcPts val="600"/>
              </a:spcBef>
              <a:spcAft>
                <a:spcPct val="0"/>
              </a:spcAft>
              <a:buClr>
                <a:schemeClr val="tx1"/>
              </a:buClr>
            </a:pPr>
            <a:endParaRPr lang="zh-CN" altLang="en-US" sz="3600" dirty="0">
              <a:solidFill>
                <a:srgbClr val="0071C5"/>
              </a:solidFill>
            </a:endParaRPr>
          </a:p>
        </p:txBody>
      </p:sp>
      <p:sp>
        <p:nvSpPr>
          <p:cNvPr id="4" name="Rectangle: Rounded Corners 3">
            <a:extLst>
              <a:ext uri="{FF2B5EF4-FFF2-40B4-BE49-F238E27FC236}">
                <a16:creationId xmlns:a16="http://schemas.microsoft.com/office/drawing/2014/main" id="{BE95F55D-8903-7EF0-ECC5-4A72491CE166}"/>
              </a:ext>
            </a:extLst>
          </p:cNvPr>
          <p:cNvSpPr/>
          <p:nvPr/>
        </p:nvSpPr>
        <p:spPr>
          <a:xfrm>
            <a:off x="11088303" y="6516303"/>
            <a:ext cx="587141" cy="250257"/>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Rectangle: Rounded Corners 5">
            <a:extLst>
              <a:ext uri="{FF2B5EF4-FFF2-40B4-BE49-F238E27FC236}">
                <a16:creationId xmlns:a16="http://schemas.microsoft.com/office/drawing/2014/main" id="{26CBC514-6BB0-B135-DC33-B3208ABE15CB}"/>
              </a:ext>
            </a:extLst>
          </p:cNvPr>
          <p:cNvSpPr/>
          <p:nvPr/>
        </p:nvSpPr>
        <p:spPr>
          <a:xfrm>
            <a:off x="11088303" y="6516303"/>
            <a:ext cx="587141" cy="250257"/>
          </a:xfrm>
          <a:prstGeom prst="round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 name="图片 7">
            <a:extLst>
              <a:ext uri="{FF2B5EF4-FFF2-40B4-BE49-F238E27FC236}">
                <a16:creationId xmlns:a16="http://schemas.microsoft.com/office/drawing/2014/main" id="{4B71DD8F-8BFB-AC6B-E3B2-AD48617CD8D4}"/>
              </a:ext>
            </a:extLst>
          </p:cNvPr>
          <p:cNvPicPr>
            <a:picLocks noChangeAspect="1"/>
          </p:cNvPicPr>
          <p:nvPr/>
        </p:nvPicPr>
        <p:blipFill>
          <a:blip r:embed="rId3"/>
          <a:stretch>
            <a:fillRect/>
          </a:stretch>
        </p:blipFill>
        <p:spPr>
          <a:xfrm>
            <a:off x="2990508" y="1385798"/>
            <a:ext cx="8122920" cy="4107180"/>
          </a:xfrm>
          <a:prstGeom prst="rect">
            <a:avLst/>
          </a:prstGeom>
        </p:spPr>
      </p:pic>
      <p:sp>
        <p:nvSpPr>
          <p:cNvPr id="7" name="文本框 6">
            <a:extLst>
              <a:ext uri="{FF2B5EF4-FFF2-40B4-BE49-F238E27FC236}">
                <a16:creationId xmlns:a16="http://schemas.microsoft.com/office/drawing/2014/main" id="{810F8D01-8B23-38B1-552D-F0A60AEADA73}"/>
              </a:ext>
            </a:extLst>
          </p:cNvPr>
          <p:cNvSpPr txBox="1"/>
          <p:nvPr/>
        </p:nvSpPr>
        <p:spPr>
          <a:xfrm>
            <a:off x="607485" y="1292276"/>
            <a:ext cx="1678516" cy="43027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1600" dirty="0">
                <a:solidFill>
                  <a:srgbClr val="FF0000"/>
                </a:solidFill>
              </a:rPr>
              <a:t>User Space:</a:t>
            </a:r>
            <a:r>
              <a:rPr lang="en-US" altLang="zh-CN" sz="1600" dirty="0"/>
              <a:t> </a:t>
            </a:r>
            <a:br>
              <a:rPr lang="en-US" altLang="zh-CN" sz="1600" dirty="0"/>
            </a:br>
            <a:r>
              <a:rPr lang="en-US" altLang="zh-CN" sz="1600" dirty="0"/>
              <a:t>Path</a:t>
            </a:r>
            <a:r>
              <a:rPr lang="en-US" altLang="zh-CN" sz="1600" dirty="0">
                <a:solidFill>
                  <a:srgbClr val="FF0000"/>
                </a:solidFill>
              </a:rPr>
              <a:t>1</a:t>
            </a:r>
            <a:r>
              <a:rPr lang="en-US" altLang="zh-CN" sz="1600" dirty="0"/>
              <a:t> and </a:t>
            </a:r>
            <a:r>
              <a:rPr lang="en-US" altLang="zh-CN" sz="1600" dirty="0">
                <a:solidFill>
                  <a:srgbClr val="FF0000"/>
                </a:solidFill>
              </a:rPr>
              <a:t>2</a:t>
            </a:r>
            <a:r>
              <a:rPr lang="en-US" altLang="zh-CN" sz="1600" dirty="0"/>
              <a:t>: </a:t>
            </a:r>
            <a:r>
              <a:rPr lang="en-US" altLang="zh-CN" sz="1600" dirty="0" err="1"/>
              <a:t>eBPF_Daemon</a:t>
            </a:r>
            <a:r>
              <a:rPr lang="en-US" altLang="zh-CN" sz="1600" dirty="0"/>
              <a:t> user space c files are  compiled into a bin file;</a:t>
            </a:r>
            <a:br>
              <a:rPr lang="en-US" altLang="zh-CN" sz="1600" dirty="0"/>
            </a:br>
            <a:r>
              <a:rPr lang="en-US" altLang="zh-CN" sz="1600" dirty="0"/>
              <a:t>Path </a:t>
            </a:r>
            <a:r>
              <a:rPr lang="en-US" altLang="zh-CN" sz="1600" dirty="0">
                <a:solidFill>
                  <a:srgbClr val="FF0000"/>
                </a:solidFill>
              </a:rPr>
              <a:t>3</a:t>
            </a:r>
            <a:r>
              <a:rPr lang="en-US" altLang="zh-CN" sz="1600" dirty="0"/>
              <a:t>: This bin is checked by </a:t>
            </a:r>
            <a:r>
              <a:rPr lang="en-US" altLang="zh-CN" sz="1600" dirty="0" err="1"/>
              <a:t>eBPF</a:t>
            </a:r>
            <a:r>
              <a:rPr lang="en-US" altLang="zh-CN" sz="1600" dirty="0"/>
              <a:t> verifier.</a:t>
            </a:r>
            <a:br>
              <a:rPr lang="en-US" altLang="zh-CN" sz="1600" dirty="0"/>
            </a:br>
            <a:r>
              <a:rPr lang="en-US" altLang="zh-CN" sz="1600" dirty="0"/>
              <a:t> </a:t>
            </a:r>
            <a:br>
              <a:rPr lang="en-US" altLang="zh-CN" sz="1600" dirty="0"/>
            </a:br>
            <a:r>
              <a:rPr lang="en-US" altLang="zh-CN" sz="1600" dirty="0">
                <a:solidFill>
                  <a:srgbClr val="FF0000"/>
                </a:solidFill>
              </a:rPr>
              <a:t>Kernel:</a:t>
            </a:r>
            <a:br>
              <a:rPr lang="en-US" altLang="zh-CN" sz="1600" dirty="0"/>
            </a:br>
            <a:r>
              <a:rPr lang="en-US" altLang="zh-CN" sz="1600" dirty="0"/>
              <a:t>Path </a:t>
            </a:r>
            <a:r>
              <a:rPr lang="en-US" altLang="zh-CN" sz="1600" dirty="0">
                <a:solidFill>
                  <a:srgbClr val="FF0000"/>
                </a:solidFill>
              </a:rPr>
              <a:t>5</a:t>
            </a:r>
            <a:r>
              <a:rPr lang="en-US" altLang="zh-CN" sz="1600" dirty="0"/>
              <a:t>: This bin file is attached to Storage </a:t>
            </a:r>
            <a:r>
              <a:rPr lang="en-US" altLang="zh-CN" sz="1600" dirty="0" err="1"/>
              <a:t>Srv</a:t>
            </a:r>
            <a:r>
              <a:rPr lang="en-US" altLang="zh-CN" sz="1600" dirty="0"/>
              <a:t>. </a:t>
            </a:r>
            <a:br>
              <a:rPr lang="en-US" altLang="zh-CN" sz="1600" dirty="0"/>
            </a:br>
            <a:r>
              <a:rPr lang="en-US" altLang="zh-CN" sz="1600" dirty="0"/>
              <a:t>Path </a:t>
            </a:r>
            <a:r>
              <a:rPr lang="en-US" altLang="zh-CN" sz="1600" dirty="0">
                <a:solidFill>
                  <a:srgbClr val="FF0000"/>
                </a:solidFill>
              </a:rPr>
              <a:t>4</a:t>
            </a:r>
            <a:r>
              <a:rPr lang="en-US" altLang="zh-CN" sz="1600" dirty="0"/>
              <a:t>: Mapping </a:t>
            </a:r>
            <a:r>
              <a:rPr lang="en-US" altLang="zh-CN" sz="1600" dirty="0" err="1"/>
              <a:t>rdma</a:t>
            </a:r>
            <a:r>
              <a:rPr lang="en-US" altLang="zh-CN" sz="1600" dirty="0"/>
              <a:t> data between kernel and user space.</a:t>
            </a:r>
            <a:br>
              <a:rPr lang="en-US" altLang="zh-CN" sz="1600" dirty="0"/>
            </a:br>
            <a:endParaRPr lang="zh-CN" altLang="en-US" sz="1600" dirty="0"/>
          </a:p>
        </p:txBody>
      </p:sp>
    </p:spTree>
    <p:extLst>
      <p:ext uri="{BB962C8B-B14F-4D97-AF65-F5344CB8AC3E}">
        <p14:creationId xmlns:p14="http://schemas.microsoft.com/office/powerpoint/2010/main" val="2144947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55B6C-4644-4329-9D52-78AE74D1CBBA}"/>
              </a:ext>
            </a:extLst>
          </p:cNvPr>
          <p:cNvSpPr>
            <a:spLocks noGrp="1"/>
          </p:cNvSpPr>
          <p:nvPr>
            <p:ph type="title"/>
          </p:nvPr>
        </p:nvSpPr>
        <p:spPr>
          <a:xfrm>
            <a:off x="607484" y="411798"/>
            <a:ext cx="10972800" cy="863847"/>
          </a:xfrm>
        </p:spPr>
        <p:txBody>
          <a:bodyPr vert="horz" lIns="0" tIns="0" rIns="0" bIns="0" rtlCol="0" anchor="t" anchorCtr="0">
            <a:noAutofit/>
          </a:bodyPr>
          <a:lstStyle/>
          <a:p>
            <a:r>
              <a:rPr lang="en-US" b="1" dirty="0"/>
              <a:t>Usage of </a:t>
            </a:r>
            <a:r>
              <a:rPr lang="en-US" b="1" dirty="0" err="1"/>
              <a:t>eBPF</a:t>
            </a:r>
            <a:endParaRPr lang="en-US" b="1" dirty="0"/>
          </a:p>
        </p:txBody>
      </p:sp>
      <p:sp>
        <p:nvSpPr>
          <p:cNvPr id="5" name="Rectangle 4">
            <a:extLst>
              <a:ext uri="{FF2B5EF4-FFF2-40B4-BE49-F238E27FC236}">
                <a16:creationId xmlns:a16="http://schemas.microsoft.com/office/drawing/2014/main" id="{7C05531D-EE0C-4321-8608-5CE28067D50F}"/>
              </a:ext>
            </a:extLst>
          </p:cNvPr>
          <p:cNvSpPr/>
          <p:nvPr/>
        </p:nvSpPr>
        <p:spPr>
          <a:xfrm>
            <a:off x="135467" y="1275644"/>
            <a:ext cx="10665884" cy="4517387"/>
          </a:xfrm>
          <a:prstGeom prst="rect">
            <a:avLst/>
          </a:prstGeom>
          <a:noFill/>
          <a:ln w="9525">
            <a:noFill/>
            <a:miter lim="800000"/>
            <a:headEnd/>
            <a:tailEnd/>
          </a:ln>
          <a:effectLst/>
        </p:spPr>
        <p:txBody>
          <a:bodyPr vert="horz" wrap="square" lIns="80185" tIns="40092" rIns="80185" bIns="40092" numCol="1" anchor="t" anchorCtr="1" compatLnSpc="1">
            <a:prstTxWarp prst="textNoShape">
              <a:avLst/>
            </a:prstTxWarp>
          </a:bodyPr>
          <a:lstStyle/>
          <a:p>
            <a:pPr fontAlgn="base">
              <a:lnSpc>
                <a:spcPct val="150000"/>
              </a:lnSpc>
              <a:spcBef>
                <a:spcPts val="600"/>
              </a:spcBef>
              <a:spcAft>
                <a:spcPct val="0"/>
              </a:spcAft>
              <a:buClr>
                <a:schemeClr val="tx1"/>
              </a:buClr>
            </a:pPr>
            <a:endParaRPr lang="zh-CN" altLang="en-US" sz="3600" dirty="0">
              <a:solidFill>
                <a:srgbClr val="0071C5"/>
              </a:solidFill>
            </a:endParaRPr>
          </a:p>
        </p:txBody>
      </p:sp>
      <p:sp>
        <p:nvSpPr>
          <p:cNvPr id="4" name="Rectangle: Rounded Corners 3">
            <a:extLst>
              <a:ext uri="{FF2B5EF4-FFF2-40B4-BE49-F238E27FC236}">
                <a16:creationId xmlns:a16="http://schemas.microsoft.com/office/drawing/2014/main" id="{E757CBB3-51CD-CDD8-6876-9BDD29F4AF2D}"/>
              </a:ext>
            </a:extLst>
          </p:cNvPr>
          <p:cNvSpPr/>
          <p:nvPr/>
        </p:nvSpPr>
        <p:spPr>
          <a:xfrm>
            <a:off x="11097928" y="6497053"/>
            <a:ext cx="482356" cy="279132"/>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Rectangle: Rounded Corners 5">
            <a:extLst>
              <a:ext uri="{FF2B5EF4-FFF2-40B4-BE49-F238E27FC236}">
                <a16:creationId xmlns:a16="http://schemas.microsoft.com/office/drawing/2014/main" id="{C596DC13-765A-EB30-A0F8-EDC9711A3DEF}"/>
              </a:ext>
            </a:extLst>
          </p:cNvPr>
          <p:cNvSpPr/>
          <p:nvPr/>
        </p:nvSpPr>
        <p:spPr>
          <a:xfrm>
            <a:off x="11097928" y="6497053"/>
            <a:ext cx="482356" cy="279132"/>
          </a:xfrm>
          <a:prstGeom prst="round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 name="图片 7">
            <a:extLst>
              <a:ext uri="{FF2B5EF4-FFF2-40B4-BE49-F238E27FC236}">
                <a16:creationId xmlns:a16="http://schemas.microsoft.com/office/drawing/2014/main" id="{910FEAEE-6A2A-8D49-2AD6-713BC4D9094C}"/>
              </a:ext>
            </a:extLst>
          </p:cNvPr>
          <p:cNvPicPr>
            <a:picLocks noChangeAspect="1"/>
          </p:cNvPicPr>
          <p:nvPr/>
        </p:nvPicPr>
        <p:blipFill>
          <a:blip r:embed="rId3"/>
          <a:stretch>
            <a:fillRect/>
          </a:stretch>
        </p:blipFill>
        <p:spPr>
          <a:xfrm>
            <a:off x="742253" y="1600545"/>
            <a:ext cx="10204215" cy="2888327"/>
          </a:xfrm>
          <a:prstGeom prst="rect">
            <a:avLst/>
          </a:prstGeom>
        </p:spPr>
      </p:pic>
      <p:sp>
        <p:nvSpPr>
          <p:cNvPr id="3" name="矩形 2">
            <a:extLst>
              <a:ext uri="{FF2B5EF4-FFF2-40B4-BE49-F238E27FC236}">
                <a16:creationId xmlns:a16="http://schemas.microsoft.com/office/drawing/2014/main" id="{4A724F4C-AFC9-6B71-88D8-7FAD4E4BD1A6}"/>
              </a:ext>
            </a:extLst>
          </p:cNvPr>
          <p:cNvSpPr/>
          <p:nvPr/>
        </p:nvSpPr>
        <p:spPr>
          <a:xfrm>
            <a:off x="280553" y="4794027"/>
            <a:ext cx="2379519" cy="595035"/>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3200" b="0" i="0" u="none" strike="noStrike" cap="none" spc="0" normalizeH="0" baseline="0" dirty="0" err="1">
                <a:ln>
                  <a:noFill/>
                </a:ln>
                <a:solidFill>
                  <a:srgbClr val="FFFFFF"/>
                </a:solidFill>
                <a:effectLst/>
                <a:uFillTx/>
                <a:latin typeface="Helvetica Neue Medium"/>
                <a:ea typeface="Helvetica Neue Medium"/>
                <a:cs typeface="Helvetica Neue Medium"/>
                <a:sym typeface="Helvetica Neue Medium"/>
              </a:rPr>
              <a:t>eBPF</a:t>
            </a:r>
            <a:r>
              <a:rPr kumimoji="0" lang="en-US" altLang="zh-CN"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rPr>
              <a:t> App</a:t>
            </a:r>
            <a:endParaRPr kumimoji="0" lang="zh-CN" alt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cxnSp>
        <p:nvCxnSpPr>
          <p:cNvPr id="9" name="直接箭头连接符 8">
            <a:extLst>
              <a:ext uri="{FF2B5EF4-FFF2-40B4-BE49-F238E27FC236}">
                <a16:creationId xmlns:a16="http://schemas.microsoft.com/office/drawing/2014/main" id="{F41AD376-735F-4AFF-CC35-38C342F4A225}"/>
              </a:ext>
            </a:extLst>
          </p:cNvPr>
          <p:cNvCxnSpPr>
            <a:stCxn id="3" idx="0"/>
          </p:cNvCxnSpPr>
          <p:nvPr/>
        </p:nvCxnSpPr>
        <p:spPr>
          <a:xfrm flipH="1" flipV="1">
            <a:off x="1433945" y="3345873"/>
            <a:ext cx="36368" cy="144815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818027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EE8030C-B6AB-AACB-AF15-8C59E4DB5E7F}"/>
              </a:ext>
            </a:extLst>
          </p:cNvPr>
          <p:cNvSpPr/>
          <p:nvPr/>
        </p:nvSpPr>
        <p:spPr>
          <a:xfrm>
            <a:off x="11069053" y="6497053"/>
            <a:ext cx="511231" cy="250256"/>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 name="Rectangle: Rounded Corners 3">
            <a:extLst>
              <a:ext uri="{FF2B5EF4-FFF2-40B4-BE49-F238E27FC236}">
                <a16:creationId xmlns:a16="http://schemas.microsoft.com/office/drawing/2014/main" id="{094E1AA5-4A14-65D3-C922-1D506BD4ACE4}"/>
              </a:ext>
            </a:extLst>
          </p:cNvPr>
          <p:cNvSpPr/>
          <p:nvPr/>
        </p:nvSpPr>
        <p:spPr>
          <a:xfrm>
            <a:off x="11069053" y="6497053"/>
            <a:ext cx="511231" cy="250256"/>
          </a:xfrm>
          <a:prstGeom prst="round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 name="Rectangle 11">
            <a:extLst>
              <a:ext uri="{FF2B5EF4-FFF2-40B4-BE49-F238E27FC236}">
                <a16:creationId xmlns:a16="http://schemas.microsoft.com/office/drawing/2014/main" id="{F648DCB5-14A9-A5EB-611F-63B13CE393AA}"/>
              </a:ext>
            </a:extLst>
          </p:cNvPr>
          <p:cNvSpPr/>
          <p:nvPr/>
        </p:nvSpPr>
        <p:spPr>
          <a:xfrm>
            <a:off x="526774" y="1308398"/>
            <a:ext cx="10555356" cy="4340804"/>
          </a:xfrm>
          <a:prstGeom prst="rect">
            <a:avLst/>
          </a:prstGeom>
        </p:spPr>
        <p:txBody>
          <a:bodyPr wrap="square">
            <a:spAutoFit/>
          </a:bodyPr>
          <a:lstStyle/>
          <a:p>
            <a:pPr marL="457200" indent="-457200">
              <a:spcBef>
                <a:spcPts val="700"/>
              </a:spcBef>
              <a:buAutoNum type="arabicPeriod"/>
            </a:pPr>
            <a:r>
              <a:rPr lang="en-US" sz="2000" dirty="0"/>
              <a:t>RDMA is short for Remote Direct Memory Access. </a:t>
            </a:r>
            <a:br>
              <a:rPr lang="en-US" sz="2000" dirty="0"/>
            </a:br>
            <a:r>
              <a:rPr lang="en-US" sz="2000" dirty="0"/>
              <a:t>It is </a:t>
            </a:r>
            <a:r>
              <a:rPr lang="en-US" altLang="en-US" sz="2000" dirty="0"/>
              <a:t>A (relatively) new method for interconnecting platforms in high-speed networks that overcomes many of the difficulties encountered with traditional networks such as TCP/IP over Ethernet.</a:t>
            </a:r>
          </a:p>
          <a:p>
            <a:pPr lvl="5">
              <a:spcBef>
                <a:spcPts val="700"/>
              </a:spcBef>
            </a:pPr>
            <a:r>
              <a:rPr lang="en-US" altLang="en-US" sz="2000" dirty="0"/>
              <a:t>        1) new standards</a:t>
            </a:r>
          </a:p>
          <a:p>
            <a:pPr lvl="1">
              <a:spcBef>
                <a:spcPts val="700"/>
              </a:spcBef>
            </a:pPr>
            <a:r>
              <a:rPr lang="en-US" altLang="en-US" sz="2000" dirty="0"/>
              <a:t>        2) new protocols</a:t>
            </a:r>
          </a:p>
          <a:p>
            <a:pPr lvl="1">
              <a:spcBef>
                <a:spcPts val="700"/>
              </a:spcBef>
            </a:pPr>
            <a:r>
              <a:rPr lang="en-US" altLang="en-US" sz="2000" dirty="0"/>
              <a:t>        3) new hardware interface cards and switches</a:t>
            </a:r>
          </a:p>
          <a:p>
            <a:pPr lvl="1">
              <a:spcBef>
                <a:spcPts val="700"/>
              </a:spcBef>
            </a:pPr>
            <a:r>
              <a:rPr lang="en-US" altLang="en-US" sz="2000" dirty="0"/>
              <a:t>        4) new software</a:t>
            </a:r>
          </a:p>
          <a:p>
            <a:pPr lvl="1">
              <a:spcBef>
                <a:spcPts val="700"/>
              </a:spcBef>
            </a:pPr>
            <a:endParaRPr lang="en-US" altLang="en-US" sz="2000" dirty="0"/>
          </a:p>
          <a:p>
            <a:pPr lvl="1">
              <a:spcBef>
                <a:spcPts val="700"/>
              </a:spcBef>
            </a:pPr>
            <a:r>
              <a:rPr lang="en-US" altLang="en-US" sz="2000" dirty="0"/>
              <a:t>2.    RDMA implementations </a:t>
            </a:r>
          </a:p>
          <a:p>
            <a:pPr lvl="1">
              <a:spcBef>
                <a:spcPts val="700"/>
              </a:spcBef>
            </a:pPr>
            <a:r>
              <a:rPr lang="en-US" altLang="en-US" sz="2000" dirty="0"/>
              <a:t>         </a:t>
            </a:r>
            <a:r>
              <a:rPr lang="en-US" altLang="en-US" sz="2000" dirty="0" err="1"/>
              <a:t>Infiniband</a:t>
            </a:r>
            <a:r>
              <a:rPr lang="en-US" altLang="en-US" sz="2000" dirty="0"/>
              <a:t> and RoCEv1/v2</a:t>
            </a:r>
          </a:p>
          <a:p>
            <a:pPr marL="457200" indent="-457200">
              <a:buAutoNum type="arabicPeriod"/>
            </a:pPr>
            <a:endParaRPr lang="en-US" sz="2000" dirty="0"/>
          </a:p>
        </p:txBody>
      </p:sp>
      <p:sp>
        <p:nvSpPr>
          <p:cNvPr id="9" name="Title 2">
            <a:extLst>
              <a:ext uri="{FF2B5EF4-FFF2-40B4-BE49-F238E27FC236}">
                <a16:creationId xmlns:a16="http://schemas.microsoft.com/office/drawing/2014/main" id="{D317ECA2-8733-C1B0-34F3-4AC72D3ABB17}"/>
              </a:ext>
            </a:extLst>
          </p:cNvPr>
          <p:cNvSpPr txBox="1">
            <a:spLocks/>
          </p:cNvSpPr>
          <p:nvPr/>
        </p:nvSpPr>
        <p:spPr>
          <a:xfrm>
            <a:off x="351867" y="344213"/>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lIns="0" tIns="0" rIns="0" bIns="0" rtlCol="0" anchor="t" anchorCtr="0">
            <a:noAutofit/>
          </a:bodyPr>
          <a:lst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2"/>
                </a:solidFill>
                <a:uFillTx/>
                <a:latin typeface="Intel Clear"/>
                <a:ea typeface="Intel Clear Light" panose="020B0404020203020204" pitchFamily="34" charset="0"/>
                <a:cs typeface="Intel Clear"/>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a:lstStyle>
          <a:p>
            <a:pPr defTabSz="1219169" rtl="0" hangingPunct="0">
              <a:lnSpc>
                <a:spcPct val="100000"/>
              </a:lnSpc>
              <a:spcBef>
                <a:spcPct val="0"/>
              </a:spcBef>
            </a:pPr>
            <a:r>
              <a:rPr lang="en-US" sz="3733" b="1" dirty="0"/>
              <a:t>RDMA Introduction</a:t>
            </a:r>
          </a:p>
        </p:txBody>
      </p:sp>
    </p:spTree>
    <p:extLst>
      <p:ext uri="{BB962C8B-B14F-4D97-AF65-F5344CB8AC3E}">
        <p14:creationId xmlns:p14="http://schemas.microsoft.com/office/powerpoint/2010/main" val="127962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93449" y="275551"/>
            <a:ext cx="10972801" cy="1091827"/>
          </a:xfrm>
          <a:ln w="12700">
            <a:miter lim="400000"/>
          </a:ln>
        </p:spPr>
        <p:txBody>
          <a:bodyPr vert="horz" lIns="0" tIns="0" rIns="0" bIns="0" rtlCol="0" anchor="t" anchorCtr="0">
            <a:noAutofit/>
          </a:bodyPr>
          <a:lstStyle/>
          <a:p>
            <a:pPr defTabSz="1219169" rtl="0" hangingPunct="0">
              <a:lnSpc>
                <a:spcPct val="100000"/>
              </a:lnSpc>
              <a:spcBef>
                <a:spcPct val="0"/>
              </a:spcBef>
            </a:pPr>
            <a:r>
              <a:rPr lang="en-US" sz="3733" b="1" dirty="0" err="1">
                <a:solidFill>
                  <a:schemeClr val="tx2"/>
                </a:solidFill>
              </a:rPr>
              <a:t>Infiniband</a:t>
            </a:r>
            <a:r>
              <a:rPr lang="en-US" sz="3733" b="1" dirty="0">
                <a:solidFill>
                  <a:schemeClr val="tx2"/>
                </a:solidFill>
              </a:rPr>
              <a:t> and </a:t>
            </a:r>
            <a:r>
              <a:rPr lang="en-US" sz="3733" b="1" dirty="0" err="1">
                <a:solidFill>
                  <a:schemeClr val="tx2"/>
                </a:solidFill>
              </a:rPr>
              <a:t>RoCE</a:t>
            </a:r>
            <a:endParaRPr lang="en-US" sz="3733" b="1" dirty="0">
              <a:solidFill>
                <a:schemeClr val="tx2"/>
              </a:solidFill>
            </a:endParaRPr>
          </a:p>
        </p:txBody>
      </p:sp>
      <p:sp>
        <p:nvSpPr>
          <p:cNvPr id="5" name="Slide Number Placeholder 4"/>
          <p:cNvSpPr>
            <a:spLocks noGrp="1"/>
          </p:cNvSpPr>
          <p:nvPr>
            <p:ph type="sldNum" sz="quarter" idx="4294967295"/>
          </p:nvPr>
        </p:nvSpPr>
        <p:spPr>
          <a:xfrm>
            <a:off x="10058400" y="4824413"/>
            <a:ext cx="2133600" cy="27305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bg1"/>
                </a:solidFill>
                <a:latin typeface="+mn-lt"/>
                <a:ea typeface="+mn-ea"/>
                <a:cs typeface="Intel Clear"/>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EE2556C5-CE8C-6547-B838-EA80C61A4AF7}" type="slidenum">
              <a:rPr lang="en-US" smtClean="0"/>
              <a:pPr>
                <a:defRPr/>
              </a:pPr>
              <a:t>8</a:t>
            </a:fld>
            <a:endParaRPr lang="en-US">
              <a:solidFill>
                <a:prstClr val="white"/>
              </a:solidFill>
              <a:latin typeface="Intel Clear"/>
            </a:endParaRPr>
          </a:p>
        </p:txBody>
      </p:sp>
      <p:sp>
        <p:nvSpPr>
          <p:cNvPr id="21" name="Footer Placeholder 3"/>
          <p:cNvSpPr>
            <a:spLocks noGrp="1"/>
          </p:cNvSpPr>
          <p:nvPr>
            <p:ph type="ftr" sz="quarter" idx="11"/>
          </p:nvPr>
        </p:nvSpPr>
        <p:spPr>
          <a:xfrm>
            <a:off x="5553075" y="6432550"/>
            <a:ext cx="6638925" cy="365125"/>
          </a:xfrm>
          <a:prstGeom prst="rect">
            <a:avLst/>
          </a:prstGeom>
        </p:spPr>
        <p:txBody>
          <a:bodyPr vert="horz" lIns="91440" tIns="45720" rIns="91440" bIns="45720" rtlCol="0" anchor="ctr"/>
          <a:lstStyle>
            <a:defPPr>
              <a:defRPr lang="en-US"/>
            </a:defPPr>
            <a:lvl1pPr marL="0" algn="r" defTabSz="457189" rtl="0" eaLnBrk="1" latinLnBrk="0" hangingPunct="1">
              <a:defRPr sz="900" kern="1200">
                <a:solidFill>
                  <a:schemeClr val="bg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a:lstStyle>
          <a:p>
            <a:r>
              <a:rPr lang="en-US"/>
              <a:t>Intel and the Intel logo are trademarks of Intel Corporation in the U. S. and/or other countries. </a:t>
            </a:r>
          </a:p>
          <a:p>
            <a:r>
              <a:rPr lang="en-US"/>
              <a:t> *Other names and brands may be claimed as the property of others. Copyright © 2018, Intel Corporation.</a:t>
            </a:r>
            <a:endParaRPr lang="en-US" sz="800" dirty="0">
              <a:solidFill>
                <a:prstClr val="white"/>
              </a:solidFill>
              <a:latin typeface="Intel Clear"/>
            </a:endParaRPr>
          </a:p>
        </p:txBody>
      </p:sp>
      <p:sp>
        <p:nvSpPr>
          <p:cNvPr id="12" name="Rectangle 11">
            <a:extLst>
              <a:ext uri="{FF2B5EF4-FFF2-40B4-BE49-F238E27FC236}">
                <a16:creationId xmlns:a16="http://schemas.microsoft.com/office/drawing/2014/main" id="{FAF706CD-AA79-4657-9A3A-0F6615471DE1}"/>
              </a:ext>
            </a:extLst>
          </p:cNvPr>
          <p:cNvSpPr/>
          <p:nvPr/>
        </p:nvSpPr>
        <p:spPr>
          <a:xfrm>
            <a:off x="526774" y="1308398"/>
            <a:ext cx="10555356" cy="3794500"/>
          </a:xfrm>
          <a:prstGeom prst="rect">
            <a:avLst/>
          </a:prstGeom>
        </p:spPr>
        <p:txBody>
          <a:bodyPr wrap="square">
            <a:spAutoFit/>
          </a:bodyPr>
          <a:lstStyle/>
          <a:p>
            <a:pPr marL="457200" indent="-457200">
              <a:spcBef>
                <a:spcPts val="700"/>
              </a:spcBef>
              <a:buAutoNum type="arabicPeriod"/>
            </a:pPr>
            <a:r>
              <a:rPr lang="en-US" sz="2000" dirty="0" err="1"/>
              <a:t>Infiniband</a:t>
            </a:r>
            <a:br>
              <a:rPr lang="en-US" sz="2000" dirty="0"/>
            </a:br>
            <a:r>
              <a:rPr lang="en-US" sz="2000" dirty="0" err="1"/>
              <a:t>Infiniband</a:t>
            </a:r>
            <a:r>
              <a:rPr lang="en-US" sz="2000" dirty="0"/>
              <a:t> implementation needs special devices, for example HCA (Host Channel Adapter), IB switch and special cables.</a:t>
            </a:r>
            <a:endParaRPr lang="en-US" altLang="en-US" sz="2000" dirty="0"/>
          </a:p>
          <a:p>
            <a:pPr lvl="1">
              <a:spcBef>
                <a:spcPts val="700"/>
              </a:spcBef>
            </a:pPr>
            <a:endParaRPr lang="en-US" altLang="en-US" sz="2000" dirty="0"/>
          </a:p>
          <a:p>
            <a:pPr lvl="1">
              <a:spcBef>
                <a:spcPts val="700"/>
              </a:spcBef>
            </a:pPr>
            <a:r>
              <a:rPr lang="en-US" altLang="en-US" sz="2000" dirty="0"/>
              <a:t>2.    </a:t>
            </a:r>
            <a:r>
              <a:rPr lang="en-US" altLang="en-US" sz="2000" dirty="0" err="1"/>
              <a:t>RoCE</a:t>
            </a:r>
            <a:r>
              <a:rPr lang="en-US" altLang="en-US" sz="2000" dirty="0"/>
              <a:t> </a:t>
            </a:r>
          </a:p>
          <a:p>
            <a:pPr lvl="1">
              <a:spcBef>
                <a:spcPts val="700"/>
              </a:spcBef>
            </a:pPr>
            <a:r>
              <a:rPr lang="en-US" altLang="en-US" sz="2000" dirty="0"/>
              <a:t>         1) RoCEv1 and RoCEv2</a:t>
            </a:r>
            <a:br>
              <a:rPr lang="en-US" altLang="en-US" sz="2000" dirty="0"/>
            </a:br>
            <a:r>
              <a:rPr lang="en-US" altLang="en-US" sz="2000" dirty="0"/>
              <a:t>         2) RoCEv1 is based on TCP/IP ethernet layer. It only works in LAN (Local Area </a:t>
            </a:r>
            <a:br>
              <a:rPr lang="en-US" altLang="en-US" sz="2000" dirty="0"/>
            </a:br>
            <a:r>
              <a:rPr lang="en-US" altLang="en-US" sz="2000" dirty="0"/>
              <a:t>              Network).   It is not popular.</a:t>
            </a:r>
            <a:br>
              <a:rPr lang="en-US" altLang="en-US" sz="2000" dirty="0"/>
            </a:br>
            <a:r>
              <a:rPr lang="en-US" altLang="en-US" sz="2000" dirty="0"/>
              <a:t>         </a:t>
            </a:r>
            <a:r>
              <a:rPr lang="en-US" altLang="en-US" sz="2000"/>
              <a:t>3) RoCEv2 </a:t>
            </a:r>
            <a:r>
              <a:rPr lang="en-US" altLang="en-US" sz="2000" dirty="0"/>
              <a:t>is based on UDP. It is popular in public/private Cloud and Data Center.</a:t>
            </a:r>
          </a:p>
          <a:p>
            <a:pPr lvl="1">
              <a:spcBef>
                <a:spcPts val="700"/>
              </a:spcBef>
            </a:pPr>
            <a:r>
              <a:rPr lang="en-US" altLang="en-US" sz="2000" dirty="0"/>
              <a:t>   </a:t>
            </a:r>
          </a:p>
          <a:p>
            <a:pPr marL="457200" indent="-457200">
              <a:buAutoNum type="arabicPeriod"/>
            </a:pPr>
            <a:endParaRPr lang="en-US" sz="2000" dirty="0"/>
          </a:p>
        </p:txBody>
      </p:sp>
      <p:sp>
        <p:nvSpPr>
          <p:cNvPr id="2" name="Rectangle: Rounded Corners 1">
            <a:extLst>
              <a:ext uri="{FF2B5EF4-FFF2-40B4-BE49-F238E27FC236}">
                <a16:creationId xmlns:a16="http://schemas.microsoft.com/office/drawing/2014/main" id="{AE1F6602-2953-3994-3259-672E0198BA17}"/>
              </a:ext>
            </a:extLst>
          </p:cNvPr>
          <p:cNvSpPr/>
          <p:nvPr/>
        </p:nvSpPr>
        <p:spPr>
          <a:xfrm>
            <a:off x="1461052" y="5973417"/>
            <a:ext cx="1033670" cy="459133"/>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 name="Rectangle: Rounded Corners 3">
            <a:extLst>
              <a:ext uri="{FF2B5EF4-FFF2-40B4-BE49-F238E27FC236}">
                <a16:creationId xmlns:a16="http://schemas.microsoft.com/office/drawing/2014/main" id="{071AD626-003F-C4FE-94B1-3208BDB55F12}"/>
              </a:ext>
            </a:extLst>
          </p:cNvPr>
          <p:cNvSpPr/>
          <p:nvPr/>
        </p:nvSpPr>
        <p:spPr>
          <a:xfrm>
            <a:off x="1461052" y="5973417"/>
            <a:ext cx="1339900" cy="459133"/>
          </a:xfrm>
          <a:prstGeom prst="round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4121980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294967295"/>
          </p:nvPr>
        </p:nvSpPr>
        <p:spPr>
          <a:xfrm>
            <a:off x="10058400" y="4824413"/>
            <a:ext cx="2133600" cy="27305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bg1"/>
                </a:solidFill>
                <a:latin typeface="+mn-lt"/>
                <a:ea typeface="+mn-ea"/>
                <a:cs typeface="Intel Clear"/>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EE2556C5-CE8C-6547-B838-EA80C61A4AF7}" type="slidenum">
              <a:rPr lang="en-US" smtClean="0"/>
              <a:pPr>
                <a:defRPr/>
              </a:pPr>
              <a:t>9</a:t>
            </a:fld>
            <a:endParaRPr lang="en-US">
              <a:solidFill>
                <a:prstClr val="white"/>
              </a:solidFill>
              <a:latin typeface="Intel Clear"/>
            </a:endParaRPr>
          </a:p>
        </p:txBody>
      </p:sp>
      <p:sp>
        <p:nvSpPr>
          <p:cNvPr id="21" name="Footer Placeholder 3"/>
          <p:cNvSpPr>
            <a:spLocks noGrp="1"/>
          </p:cNvSpPr>
          <p:nvPr>
            <p:ph type="ftr" sz="quarter" idx="11"/>
          </p:nvPr>
        </p:nvSpPr>
        <p:spPr>
          <a:xfrm>
            <a:off x="5553075" y="6432550"/>
            <a:ext cx="6638925" cy="365125"/>
          </a:xfrm>
          <a:prstGeom prst="rect">
            <a:avLst/>
          </a:prstGeom>
        </p:spPr>
        <p:txBody>
          <a:bodyPr vert="horz" lIns="91440" tIns="45720" rIns="91440" bIns="45720" rtlCol="0" anchor="ctr"/>
          <a:lstStyle>
            <a:defPPr>
              <a:defRPr lang="en-US"/>
            </a:defPPr>
            <a:lvl1pPr marL="0" algn="r" defTabSz="457189" rtl="0" eaLnBrk="1" latinLnBrk="0" hangingPunct="1">
              <a:defRPr sz="900" kern="1200">
                <a:solidFill>
                  <a:schemeClr val="bg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a:lstStyle>
          <a:p>
            <a:r>
              <a:rPr lang="en-US"/>
              <a:t>Intel and the Intel logo are trademarks of Intel Corporation in the U. S. and/or other countries. </a:t>
            </a:r>
          </a:p>
          <a:p>
            <a:r>
              <a:rPr lang="en-US"/>
              <a:t> *Other names and brands may be claimed as the property of others. Copyright © 2018, Intel Corporation.</a:t>
            </a:r>
            <a:endParaRPr lang="en-US" sz="800" dirty="0">
              <a:solidFill>
                <a:prstClr val="white"/>
              </a:solidFill>
              <a:latin typeface="Intel Clear"/>
            </a:endParaRPr>
          </a:p>
        </p:txBody>
      </p:sp>
      <p:sp>
        <p:nvSpPr>
          <p:cNvPr id="2" name="Rectangle: Rounded Corners 1">
            <a:extLst>
              <a:ext uri="{FF2B5EF4-FFF2-40B4-BE49-F238E27FC236}">
                <a16:creationId xmlns:a16="http://schemas.microsoft.com/office/drawing/2014/main" id="{AE1F6602-2953-3994-3259-672E0198BA17}"/>
              </a:ext>
            </a:extLst>
          </p:cNvPr>
          <p:cNvSpPr/>
          <p:nvPr/>
        </p:nvSpPr>
        <p:spPr>
          <a:xfrm>
            <a:off x="1461052" y="5973417"/>
            <a:ext cx="1033670" cy="459133"/>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 name="Rectangle: Rounded Corners 3">
            <a:extLst>
              <a:ext uri="{FF2B5EF4-FFF2-40B4-BE49-F238E27FC236}">
                <a16:creationId xmlns:a16="http://schemas.microsoft.com/office/drawing/2014/main" id="{071AD626-003F-C4FE-94B1-3208BDB55F12}"/>
              </a:ext>
            </a:extLst>
          </p:cNvPr>
          <p:cNvSpPr/>
          <p:nvPr/>
        </p:nvSpPr>
        <p:spPr>
          <a:xfrm>
            <a:off x="1461052" y="5973417"/>
            <a:ext cx="1339900" cy="459133"/>
          </a:xfrm>
          <a:prstGeom prst="round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Title 1">
            <a:extLst>
              <a:ext uri="{FF2B5EF4-FFF2-40B4-BE49-F238E27FC236}">
                <a16:creationId xmlns:a16="http://schemas.microsoft.com/office/drawing/2014/main" id="{BF2B2121-51E0-6292-7518-6A8AFB8FEE41}"/>
              </a:ext>
            </a:extLst>
          </p:cNvPr>
          <p:cNvSpPr>
            <a:spLocks noGrp="1"/>
          </p:cNvSpPr>
          <p:nvPr>
            <p:ph type="title"/>
          </p:nvPr>
        </p:nvSpPr>
        <p:spPr>
          <a:xfrm>
            <a:off x="607484" y="411798"/>
            <a:ext cx="10972800" cy="863847"/>
          </a:xfrm>
        </p:spPr>
        <p:txBody>
          <a:bodyPr vert="horz" lIns="0" tIns="0" rIns="0" bIns="0" rtlCol="0" anchor="t" anchorCtr="0">
            <a:noAutofit/>
          </a:bodyPr>
          <a:lstStyle/>
          <a:p>
            <a:r>
              <a:rPr lang="en-US" sz="3600" b="1" dirty="0">
                <a:solidFill>
                  <a:schemeClr val="tx2"/>
                </a:solidFill>
              </a:rPr>
              <a:t>RoCEv2</a:t>
            </a:r>
          </a:p>
        </p:txBody>
      </p:sp>
      <p:sp>
        <p:nvSpPr>
          <p:cNvPr id="11" name="Rectangle 10">
            <a:extLst>
              <a:ext uri="{FF2B5EF4-FFF2-40B4-BE49-F238E27FC236}">
                <a16:creationId xmlns:a16="http://schemas.microsoft.com/office/drawing/2014/main" id="{78F80C21-C984-C49E-C28A-083105393C00}"/>
              </a:ext>
            </a:extLst>
          </p:cNvPr>
          <p:cNvSpPr/>
          <p:nvPr/>
        </p:nvSpPr>
        <p:spPr>
          <a:xfrm>
            <a:off x="526774" y="1411085"/>
            <a:ext cx="10746594" cy="2050626"/>
          </a:xfrm>
          <a:prstGeom prst="rect">
            <a:avLst/>
          </a:prstGeom>
        </p:spPr>
        <p:txBody>
          <a:bodyPr wrap="square">
            <a:spAutoFit/>
          </a:bodyPr>
          <a:lstStyle/>
          <a:p>
            <a:r>
              <a:rPr lang="en-US" dirty="0"/>
              <a:t>1. RoCEv2 is based on UDP/IPv4 or UDP/IPv6. The target </a:t>
            </a:r>
            <a:r>
              <a:rPr lang="en-US" dirty="0" err="1"/>
              <a:t>udp</a:t>
            </a:r>
            <a:r>
              <a:rPr lang="en-US" dirty="0"/>
              <a:t> port 4791 is reserved for RoCEv2. Because RoCEv2 can be routable, RoCEv2 sometimes can be called Routable </a:t>
            </a:r>
            <a:r>
              <a:rPr lang="en-US" dirty="0" err="1"/>
              <a:t>RoCE</a:t>
            </a:r>
            <a:r>
              <a:rPr lang="en-US" dirty="0"/>
              <a:t> or </a:t>
            </a:r>
            <a:r>
              <a:rPr lang="en-US" dirty="0" err="1"/>
              <a:t>RRoCE</a:t>
            </a:r>
            <a:r>
              <a:rPr lang="en-US" dirty="0"/>
              <a:t>. </a:t>
            </a:r>
          </a:p>
          <a:p>
            <a:r>
              <a:rPr lang="en-US" dirty="0"/>
              <a:t>2. RoCEv2 is supported in Mellanox OFED2.3 or above. In Linux 4.5, RoCEv2 is supported. Intel E810 also supports RoCEv2.</a:t>
            </a:r>
          </a:p>
        </p:txBody>
      </p:sp>
    </p:spTree>
    <p:extLst>
      <p:ext uri="{BB962C8B-B14F-4D97-AF65-F5344CB8AC3E}">
        <p14:creationId xmlns:p14="http://schemas.microsoft.com/office/powerpoint/2010/main" val="1338614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A19C141F-C6DB-47D4-B718-52BEFFB18981}"/>
              </a:ext>
            </a:extLst>
          </p:cNvPr>
          <p:cNvSpPr>
            <a:spLocks noGrp="1"/>
          </p:cNvSpPr>
          <p:nvPr>
            <p:ph type="title"/>
          </p:nvPr>
        </p:nvSpPr>
        <p:spPr>
          <a:xfrm>
            <a:off x="700596" y="310497"/>
            <a:ext cx="10310434" cy="952499"/>
          </a:xfrm>
        </p:spPr>
        <p:txBody>
          <a:bodyPr vert="horz" lIns="0" tIns="0" rIns="0" bIns="0" rtlCol="0" anchor="t" anchorCtr="0">
            <a:noAutofit/>
          </a:bodyPr>
          <a:lstStyle/>
          <a:p>
            <a:pPr defTabSz="1219169" rtl="0" hangingPunct="0">
              <a:lnSpc>
                <a:spcPct val="100000"/>
              </a:lnSpc>
              <a:spcBef>
                <a:spcPct val="0"/>
              </a:spcBef>
            </a:pPr>
            <a:r>
              <a:rPr lang="en-US" altLang="zh-CN" sz="3733" b="1" dirty="0">
                <a:solidFill>
                  <a:schemeClr val="tx2"/>
                </a:solidFill>
                <a:latin typeface="Intel Clear"/>
                <a:ea typeface="Intel Clear"/>
                <a:cs typeface="Intel Clear"/>
                <a:sym typeface="Helvetica Neue"/>
              </a:rPr>
              <a:t>RDMA in Storage Network</a:t>
            </a:r>
            <a:endParaRPr lang="en-US" sz="3733" b="1" dirty="0">
              <a:solidFill>
                <a:schemeClr val="tx2"/>
              </a:solidFill>
              <a:latin typeface="Intel Clear"/>
              <a:ea typeface="Intel Clear"/>
              <a:cs typeface="Intel Clear"/>
              <a:sym typeface="Helvetica Neue"/>
            </a:endParaRPr>
          </a:p>
        </p:txBody>
      </p:sp>
      <p:sp>
        <p:nvSpPr>
          <p:cNvPr id="2" name="Rectangle: Rounded Corners 1">
            <a:extLst>
              <a:ext uri="{FF2B5EF4-FFF2-40B4-BE49-F238E27FC236}">
                <a16:creationId xmlns:a16="http://schemas.microsoft.com/office/drawing/2014/main" id="{A4525A48-ED26-227F-607A-D2609C3D3787}"/>
              </a:ext>
            </a:extLst>
          </p:cNvPr>
          <p:cNvSpPr/>
          <p:nvPr/>
        </p:nvSpPr>
        <p:spPr>
          <a:xfrm>
            <a:off x="11121887" y="6520070"/>
            <a:ext cx="477078" cy="238539"/>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Rectangle: Rounded Corners 2">
            <a:extLst>
              <a:ext uri="{FF2B5EF4-FFF2-40B4-BE49-F238E27FC236}">
                <a16:creationId xmlns:a16="http://schemas.microsoft.com/office/drawing/2014/main" id="{A7AB95A0-0F8F-6EAF-9A62-202F7759DD6B}"/>
              </a:ext>
            </a:extLst>
          </p:cNvPr>
          <p:cNvSpPr/>
          <p:nvPr/>
        </p:nvSpPr>
        <p:spPr>
          <a:xfrm>
            <a:off x="11121887" y="6520070"/>
            <a:ext cx="477078" cy="238539"/>
          </a:xfrm>
          <a:prstGeom prst="round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4" name="图片 3">
            <a:extLst>
              <a:ext uri="{FF2B5EF4-FFF2-40B4-BE49-F238E27FC236}">
                <a16:creationId xmlns:a16="http://schemas.microsoft.com/office/drawing/2014/main" id="{5FBE02D2-9F19-F2A1-408F-0B101F9BBEDB}"/>
              </a:ext>
            </a:extLst>
          </p:cNvPr>
          <p:cNvPicPr>
            <a:picLocks noChangeAspect="1"/>
          </p:cNvPicPr>
          <p:nvPr/>
        </p:nvPicPr>
        <p:blipFill>
          <a:blip r:embed="rId3"/>
          <a:stretch>
            <a:fillRect/>
          </a:stretch>
        </p:blipFill>
        <p:spPr>
          <a:xfrm>
            <a:off x="742253" y="1600545"/>
            <a:ext cx="10204215" cy="2888327"/>
          </a:xfrm>
          <a:prstGeom prst="rect">
            <a:avLst/>
          </a:prstGeom>
        </p:spPr>
      </p:pic>
      <p:sp>
        <p:nvSpPr>
          <p:cNvPr id="5" name="矩形 4">
            <a:extLst>
              <a:ext uri="{FF2B5EF4-FFF2-40B4-BE49-F238E27FC236}">
                <a16:creationId xmlns:a16="http://schemas.microsoft.com/office/drawing/2014/main" id="{F9E28DFE-C646-A32C-E8BE-DF9024C5174C}"/>
              </a:ext>
            </a:extLst>
          </p:cNvPr>
          <p:cNvSpPr/>
          <p:nvPr/>
        </p:nvSpPr>
        <p:spPr>
          <a:xfrm>
            <a:off x="5216236" y="4690119"/>
            <a:ext cx="3158837" cy="595035"/>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rPr>
              <a:t>RDMA Work</a:t>
            </a:r>
            <a:endParaRPr kumimoji="0" lang="zh-CN" alt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cxnSp>
        <p:nvCxnSpPr>
          <p:cNvPr id="7" name="直接箭头连接符 6">
            <a:extLst>
              <a:ext uri="{FF2B5EF4-FFF2-40B4-BE49-F238E27FC236}">
                <a16:creationId xmlns:a16="http://schemas.microsoft.com/office/drawing/2014/main" id="{CF13C0EE-DE2F-9C1E-6B4D-40244DD75B1C}"/>
              </a:ext>
            </a:extLst>
          </p:cNvPr>
          <p:cNvCxnSpPr>
            <a:cxnSpLocks/>
            <a:stCxn id="5" idx="0"/>
          </p:cNvCxnSpPr>
          <p:nvPr/>
        </p:nvCxnSpPr>
        <p:spPr>
          <a:xfrm flipV="1">
            <a:off x="6795655" y="3345873"/>
            <a:ext cx="685800" cy="134424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144738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itle 1">
            <a:extLst>
              <a:ext uri="{FF2B5EF4-FFF2-40B4-BE49-F238E27FC236}">
                <a16:creationId xmlns:a16="http://schemas.microsoft.com/office/drawing/2014/main" id="{2B347F36-9658-4D1A-8FDB-5D4C47C2155D}"/>
              </a:ext>
            </a:extLst>
          </p:cNvPr>
          <p:cNvSpPr txBox="1">
            <a:spLocks/>
          </p:cNvSpPr>
          <p:nvPr/>
        </p:nvSpPr>
        <p:spPr>
          <a:xfrm>
            <a:off x="700596" y="310497"/>
            <a:ext cx="10310434" cy="9524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0" tIns="0" rIns="0" bIns="0" rtlCol="0" anchor="t" anchorCtr="0">
            <a:noAutofit/>
          </a:bodyPr>
          <a:lstStyle>
            <a:lvl1pPr marL="0" marR="0" indent="0" algn="l" defTabSz="609600" latinLnBrk="0">
              <a:lnSpc>
                <a:spcPct val="90000"/>
              </a:lnSpc>
              <a:spcBef>
                <a:spcPts val="0"/>
              </a:spcBef>
              <a:spcAft>
                <a:spcPts val="0"/>
              </a:spcAft>
              <a:buClrTx/>
              <a:buSzTx/>
              <a:buFontTx/>
              <a:buNone/>
              <a:tabLst/>
              <a:defRPr sz="7500" b="0" i="0" u="none" strike="noStrike" cap="none" spc="0" baseline="0">
                <a:solidFill>
                  <a:srgbClr val="52525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a:lstStyle>
          <a:p>
            <a:pPr defTabSz="1219169" rtl="0" hangingPunct="0">
              <a:lnSpc>
                <a:spcPct val="100000"/>
              </a:lnSpc>
              <a:spcBef>
                <a:spcPct val="0"/>
              </a:spcBef>
            </a:pPr>
            <a:r>
              <a:rPr lang="en-US" altLang="zh-CN" sz="3733" b="1" dirty="0">
                <a:solidFill>
                  <a:schemeClr val="tx2"/>
                </a:solidFill>
                <a:latin typeface="Intel Clear"/>
                <a:ea typeface="Intel Clear"/>
                <a:cs typeface="Intel Clear"/>
                <a:sym typeface="Helvetica Neue"/>
              </a:rPr>
              <a:t>New DMA Mapping APIs</a:t>
            </a:r>
            <a:endParaRPr lang="en-US" sz="3733" b="1" dirty="0">
              <a:solidFill>
                <a:schemeClr val="tx2"/>
              </a:solidFill>
              <a:latin typeface="Intel Clear"/>
              <a:ea typeface="Intel Clear"/>
              <a:cs typeface="Intel Clear"/>
              <a:sym typeface="Helvetica Neue"/>
            </a:endParaRPr>
          </a:p>
        </p:txBody>
      </p:sp>
      <p:sp>
        <p:nvSpPr>
          <p:cNvPr id="2" name="Rectangle: Rounded Corners 1">
            <a:extLst>
              <a:ext uri="{FF2B5EF4-FFF2-40B4-BE49-F238E27FC236}">
                <a16:creationId xmlns:a16="http://schemas.microsoft.com/office/drawing/2014/main" id="{ABFE96E7-877C-0FC0-98DE-EAD97B5D9AEB}"/>
              </a:ext>
            </a:extLst>
          </p:cNvPr>
          <p:cNvSpPr/>
          <p:nvPr/>
        </p:nvSpPr>
        <p:spPr>
          <a:xfrm>
            <a:off x="1461052" y="5983357"/>
            <a:ext cx="1036449" cy="427382"/>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Rectangle: Rounded Corners 2">
            <a:extLst>
              <a:ext uri="{FF2B5EF4-FFF2-40B4-BE49-F238E27FC236}">
                <a16:creationId xmlns:a16="http://schemas.microsoft.com/office/drawing/2014/main" id="{A2536360-668B-9C50-DCE0-825A61A7D88C}"/>
              </a:ext>
            </a:extLst>
          </p:cNvPr>
          <p:cNvSpPr/>
          <p:nvPr/>
        </p:nvSpPr>
        <p:spPr>
          <a:xfrm>
            <a:off x="1461052" y="5983357"/>
            <a:ext cx="1036449" cy="427382"/>
          </a:xfrm>
          <a:prstGeom prst="round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文本框 5">
            <a:extLst>
              <a:ext uri="{FF2B5EF4-FFF2-40B4-BE49-F238E27FC236}">
                <a16:creationId xmlns:a16="http://schemas.microsoft.com/office/drawing/2014/main" id="{EEA705BE-254B-EA9B-F3E2-B33733F2BAE5}"/>
              </a:ext>
            </a:extLst>
          </p:cNvPr>
          <p:cNvSpPr txBox="1"/>
          <p:nvPr/>
        </p:nvSpPr>
        <p:spPr>
          <a:xfrm>
            <a:off x="1194957" y="1140628"/>
            <a:ext cx="10806546" cy="48161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dirty="0"/>
              <a:t>The API is split up into parts:</a:t>
            </a:r>
          </a:p>
          <a:p>
            <a:r>
              <a:rPr lang="en-US" altLang="zh-CN" dirty="0"/>
              <a:t> - </a:t>
            </a:r>
            <a:r>
              <a:rPr lang="en-US" altLang="zh-CN" b="1" dirty="0"/>
              <a:t>Allocate IOVA space</a:t>
            </a:r>
            <a:r>
              <a:rPr lang="en-US" altLang="zh-CN" dirty="0"/>
              <a:t>:</a:t>
            </a:r>
          </a:p>
          <a:p>
            <a:r>
              <a:rPr lang="en-US" altLang="zh-CN" dirty="0"/>
              <a:t>    To do any pre-allocation required. This is done based on the caller</a:t>
            </a:r>
          </a:p>
          <a:p>
            <a:r>
              <a:rPr lang="en-US" altLang="zh-CN" dirty="0"/>
              <a:t>    supplying some details about how much IOMMU address space it would need</a:t>
            </a:r>
          </a:p>
          <a:p>
            <a:r>
              <a:rPr lang="en-US" altLang="zh-CN" dirty="0"/>
              <a:t>    in worst case.</a:t>
            </a:r>
          </a:p>
          <a:p>
            <a:r>
              <a:rPr lang="en-US" altLang="zh-CN" dirty="0"/>
              <a:t> - </a:t>
            </a:r>
            <a:r>
              <a:rPr lang="en-US" altLang="zh-CN" b="1" dirty="0"/>
              <a:t>Map and </a:t>
            </a:r>
            <a:r>
              <a:rPr lang="en-US" altLang="zh-CN" b="1" dirty="0" err="1"/>
              <a:t>unmap</a:t>
            </a:r>
            <a:r>
              <a:rPr lang="en-US" altLang="zh-CN" b="1" dirty="0"/>
              <a:t> relevant structures to pre-allocated IOVA space</a:t>
            </a:r>
            <a:r>
              <a:rPr lang="en-US" altLang="zh-CN" dirty="0"/>
              <a:t>:</a:t>
            </a:r>
          </a:p>
          <a:p>
            <a:r>
              <a:rPr lang="en-US" altLang="zh-CN" dirty="0"/>
              <a:t>    Perform the actual mapping into the pre-allocated IOVA. This is very</a:t>
            </a:r>
          </a:p>
          <a:p>
            <a:r>
              <a:rPr lang="en-US" altLang="zh-CN" dirty="0"/>
              <a:t>    similar to </a:t>
            </a:r>
            <a:r>
              <a:rPr lang="en-US" altLang="zh-CN" dirty="0" err="1"/>
              <a:t>dma_map_page</a:t>
            </a:r>
            <a:r>
              <a:rPr lang="en-US" altLang="zh-CN" dirty="0"/>
              <a:t>().</a:t>
            </a:r>
            <a:endParaRPr lang="zh-CN" altLang="en-US" dirty="0"/>
          </a:p>
        </p:txBody>
      </p:sp>
    </p:spTree>
    <p:custDataLst>
      <p:tags r:id="rId1"/>
    </p:custDataLst>
    <p:extLst>
      <p:ext uri="{BB962C8B-B14F-4D97-AF65-F5344CB8AC3E}">
        <p14:creationId xmlns:p14="http://schemas.microsoft.com/office/powerpoint/2010/main" val="2641614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Freeform: Shape 74">
            <a:extLst>
              <a:ext uri="{FF2B5EF4-FFF2-40B4-BE49-F238E27FC236}">
                <a16:creationId xmlns:a16="http://schemas.microsoft.com/office/drawing/2014/main" id="{DCBAD348-1F51-4371-8554-34C41157DBE4}"/>
              </a:ext>
            </a:extLst>
          </p:cNvPr>
          <p:cNvSpPr/>
          <p:nvPr/>
        </p:nvSpPr>
        <p:spPr>
          <a:xfrm>
            <a:off x="9323754" y="2288508"/>
            <a:ext cx="5559" cy="5559"/>
          </a:xfrm>
          <a:custGeom>
            <a:avLst/>
            <a:gdLst>
              <a:gd name="connsiteX0" fmla="*/ 2432 w 5558"/>
              <a:gd name="connsiteY0" fmla="*/ 2432 h 0"/>
              <a:gd name="connsiteX1" fmla="*/ 3211 w 5558"/>
              <a:gd name="connsiteY1" fmla="*/ 2655 h 0"/>
              <a:gd name="connsiteX2" fmla="*/ 3322 w 5558"/>
              <a:gd name="connsiteY2" fmla="*/ 2655 h 0"/>
              <a:gd name="connsiteX3" fmla="*/ 2432 w 5558"/>
              <a:gd name="connsiteY3" fmla="*/ 2432 h 0"/>
            </a:gdLst>
            <a:ahLst/>
            <a:cxnLst>
              <a:cxn ang="0">
                <a:pos x="connsiteX0" y="connsiteY0"/>
              </a:cxn>
              <a:cxn ang="0">
                <a:pos x="connsiteX1" y="connsiteY1"/>
              </a:cxn>
              <a:cxn ang="0">
                <a:pos x="connsiteX2" y="connsiteY2"/>
              </a:cxn>
              <a:cxn ang="0">
                <a:pos x="connsiteX3" y="connsiteY3"/>
              </a:cxn>
            </a:cxnLst>
            <a:rect l="l" t="t" r="r" b="b"/>
            <a:pathLst>
              <a:path w="5558">
                <a:moveTo>
                  <a:pt x="2432" y="2432"/>
                </a:moveTo>
                <a:cubicBezTo>
                  <a:pt x="2655" y="2432"/>
                  <a:pt x="2933" y="2599"/>
                  <a:pt x="3211" y="2655"/>
                </a:cubicBezTo>
                <a:cubicBezTo>
                  <a:pt x="3211" y="2710"/>
                  <a:pt x="3266" y="2655"/>
                  <a:pt x="3322" y="2655"/>
                </a:cubicBezTo>
                <a:cubicBezTo>
                  <a:pt x="2988" y="2599"/>
                  <a:pt x="2488" y="2432"/>
                  <a:pt x="2432" y="2432"/>
                </a:cubicBezTo>
                <a:close/>
              </a:path>
            </a:pathLst>
          </a:custGeom>
          <a:solidFill>
            <a:srgbClr val="FFFFFF"/>
          </a:solidFill>
          <a:ln w="5557" cap="flat">
            <a:noFill/>
            <a:prstDash val="solid"/>
            <a:miter/>
          </a:ln>
        </p:spPr>
        <p:txBody>
          <a:bodyPr rtlCol="0" anchor="ctr"/>
          <a:lstStyle/>
          <a:p>
            <a:pPr defTabSz="914377">
              <a:defRPr/>
            </a:pPr>
            <a:endParaRPr lang="en-US" sz="1200">
              <a:solidFill>
                <a:srgbClr val="FFFFFF"/>
              </a:solidFill>
              <a:latin typeface="宋体" panose="02010600030101010101" pitchFamily="2" charset="-122"/>
              <a:ea typeface="宋体" panose="02010600030101010101" pitchFamily="2" charset="-122"/>
            </a:endParaRPr>
          </a:p>
        </p:txBody>
      </p:sp>
      <p:sp>
        <p:nvSpPr>
          <p:cNvPr id="2" name="Rectangle 1">
            <a:extLst>
              <a:ext uri="{FF2B5EF4-FFF2-40B4-BE49-F238E27FC236}">
                <a16:creationId xmlns:a16="http://schemas.microsoft.com/office/drawing/2014/main" id="{5A14CAA9-77C8-47D2-A8C1-8B9713A57920}"/>
              </a:ext>
            </a:extLst>
          </p:cNvPr>
          <p:cNvSpPr/>
          <p:nvPr/>
        </p:nvSpPr>
        <p:spPr>
          <a:xfrm>
            <a:off x="906681" y="660270"/>
            <a:ext cx="6385681" cy="646331"/>
          </a:xfrm>
          <a:prstGeom prst="rect">
            <a:avLst/>
          </a:prstGeom>
          <a:ln w="12700">
            <a:miter lim="400000"/>
          </a:ln>
        </p:spPr>
        <p:txBody>
          <a:bodyPr vert="horz" lIns="0" tIns="0" rIns="0" bIns="0" rtlCol="0" anchor="t" anchorCtr="0">
            <a:noAutofit/>
          </a:bodyPr>
          <a:lstStyle/>
          <a:p>
            <a:pPr defTabSz="609600">
              <a:spcBef>
                <a:spcPts val="0"/>
              </a:spcBef>
            </a:pPr>
            <a:r>
              <a:rPr lang="en-US" sz="4000" dirty="0" err="1">
                <a:solidFill>
                  <a:schemeClr val="bg1"/>
                </a:solidFill>
                <a:latin typeface="Intel Clear Light" panose="020B0404020203020204" pitchFamily="34" charset="0"/>
                <a:ea typeface="Intel Clear Light" panose="020B0404020203020204" pitchFamily="34" charset="0"/>
                <a:cs typeface="Intel Clear Light" panose="020B0404020203020204" pitchFamily="34" charset="0"/>
                <a:sym typeface="Helvetica"/>
              </a:rPr>
              <a:t>SoftRoCE</a:t>
            </a:r>
            <a:r>
              <a:rPr lang="en-US" sz="4000" dirty="0">
                <a:solidFill>
                  <a:schemeClr val="bg1"/>
                </a:solidFill>
                <a:latin typeface="Intel Clear Light" panose="020B0404020203020204" pitchFamily="34" charset="0"/>
                <a:ea typeface="Intel Clear Light" panose="020B0404020203020204" pitchFamily="34" charset="0"/>
                <a:cs typeface="Intel Clear Light" panose="020B0404020203020204" pitchFamily="34" charset="0"/>
                <a:sym typeface="Helvetica"/>
              </a:rPr>
              <a:t> Data Path</a:t>
            </a:r>
          </a:p>
        </p:txBody>
      </p:sp>
      <p:sp>
        <p:nvSpPr>
          <p:cNvPr id="4" name="Rectangle: Rounded Corners 3">
            <a:extLst>
              <a:ext uri="{FF2B5EF4-FFF2-40B4-BE49-F238E27FC236}">
                <a16:creationId xmlns:a16="http://schemas.microsoft.com/office/drawing/2014/main" id="{8F0517AC-BD62-183C-C7E5-B0EEA48A23DC}"/>
              </a:ext>
            </a:extLst>
          </p:cNvPr>
          <p:cNvSpPr/>
          <p:nvPr/>
        </p:nvSpPr>
        <p:spPr>
          <a:xfrm>
            <a:off x="1470991" y="5993296"/>
            <a:ext cx="1018971" cy="437321"/>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 name="Rectangle: Rounded Corners 4">
            <a:extLst>
              <a:ext uri="{FF2B5EF4-FFF2-40B4-BE49-F238E27FC236}">
                <a16:creationId xmlns:a16="http://schemas.microsoft.com/office/drawing/2014/main" id="{E1532799-979E-BFDE-CB56-C2CB85AFDE5B}"/>
              </a:ext>
            </a:extLst>
          </p:cNvPr>
          <p:cNvSpPr/>
          <p:nvPr/>
        </p:nvSpPr>
        <p:spPr>
          <a:xfrm>
            <a:off x="1470991" y="5993296"/>
            <a:ext cx="1018971" cy="437321"/>
          </a:xfrm>
          <a:prstGeom prst="round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文本框 6">
            <a:extLst>
              <a:ext uri="{FF2B5EF4-FFF2-40B4-BE49-F238E27FC236}">
                <a16:creationId xmlns:a16="http://schemas.microsoft.com/office/drawing/2014/main" id="{AF6DC5EE-408F-CB0D-DB4A-290B7B6DBED0}"/>
              </a:ext>
            </a:extLst>
          </p:cNvPr>
          <p:cNvSpPr txBox="1"/>
          <p:nvPr/>
        </p:nvSpPr>
        <p:spPr>
          <a:xfrm>
            <a:off x="161424" y="1295019"/>
            <a:ext cx="11704993" cy="30090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dirty="0"/>
              <a:t>1. RDMA ODP is an example of "SVA mirroring" using HMM that needs to dynamically map/</a:t>
            </a:r>
            <a:r>
              <a:rPr lang="en-US" altLang="zh-CN" dirty="0" err="1"/>
              <a:t>unmap</a:t>
            </a:r>
            <a:r>
              <a:rPr lang="en-US" altLang="zh-CN" dirty="0"/>
              <a:t> large numbers of single pages.</a:t>
            </a:r>
          </a:p>
          <a:p>
            <a:r>
              <a:rPr lang="en-US" altLang="zh-CN" dirty="0"/>
              <a:t>2. VFIO PCI live migration code is building a very large "page list“ for the device. Instead of allocating a scatter list entry per allocated page it can just allocate an array of 'struct page *', saving a large amount of memory.</a:t>
            </a:r>
          </a:p>
          <a:p>
            <a:r>
              <a:rPr lang="en-US" altLang="zh-CN" dirty="0"/>
              <a:t>3. </a:t>
            </a:r>
            <a:r>
              <a:rPr lang="en-US" altLang="zh-CN" dirty="0" err="1"/>
              <a:t>NVMe</a:t>
            </a:r>
            <a:r>
              <a:rPr lang="en-US" altLang="zh-CN" dirty="0"/>
              <a:t> PCI demonstrates how a BIO can be converted to a HW scatter list without having to allocate then populate an intermediate SG table.</a:t>
            </a:r>
            <a:endParaRPr lang="zh-CN" altLang="en-US" dirty="0"/>
          </a:p>
        </p:txBody>
      </p:sp>
      <p:sp>
        <p:nvSpPr>
          <p:cNvPr id="9" name="Title 1">
            <a:extLst>
              <a:ext uri="{FF2B5EF4-FFF2-40B4-BE49-F238E27FC236}">
                <a16:creationId xmlns:a16="http://schemas.microsoft.com/office/drawing/2014/main" id="{B5020F84-244E-BC6F-1FDF-A2B5FE210FBA}"/>
              </a:ext>
            </a:extLst>
          </p:cNvPr>
          <p:cNvSpPr txBox="1">
            <a:spLocks/>
          </p:cNvSpPr>
          <p:nvPr/>
        </p:nvSpPr>
        <p:spPr>
          <a:xfrm>
            <a:off x="513560" y="322025"/>
            <a:ext cx="10310434" cy="9524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0" tIns="0" rIns="0" bIns="0" rtlCol="0" anchor="t" anchorCtr="0">
            <a:noAutofit/>
          </a:bodyPr>
          <a:lstStyle>
            <a:lvl1pPr marL="0" marR="0" indent="0" algn="l" defTabSz="609600" latinLnBrk="0">
              <a:lnSpc>
                <a:spcPct val="90000"/>
              </a:lnSpc>
              <a:spcBef>
                <a:spcPts val="0"/>
              </a:spcBef>
              <a:spcAft>
                <a:spcPts val="0"/>
              </a:spcAft>
              <a:buClrTx/>
              <a:buSzTx/>
              <a:buFontTx/>
              <a:buNone/>
              <a:tabLst/>
              <a:defRPr sz="7500" b="0" i="0" u="none" strike="noStrike" cap="none" spc="0" baseline="0">
                <a:solidFill>
                  <a:srgbClr val="52525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a:lstStyle>
          <a:p>
            <a:pPr defTabSz="1219169" rtl="0" hangingPunct="0">
              <a:lnSpc>
                <a:spcPct val="100000"/>
              </a:lnSpc>
              <a:spcBef>
                <a:spcPct val="0"/>
              </a:spcBef>
            </a:pPr>
            <a:r>
              <a:rPr lang="en-US" altLang="zh-CN" sz="3733" b="1" dirty="0">
                <a:solidFill>
                  <a:schemeClr val="tx2"/>
                </a:solidFill>
                <a:latin typeface="Intel Clear"/>
                <a:ea typeface="Intel Clear"/>
                <a:cs typeface="Intel Clear"/>
                <a:sym typeface="Helvetica Neue"/>
              </a:rPr>
              <a:t>New DMA mapping examples</a:t>
            </a:r>
            <a:endParaRPr lang="en-US" sz="3733" b="1" dirty="0">
              <a:solidFill>
                <a:schemeClr val="tx2"/>
              </a:solidFill>
              <a:latin typeface="Intel Clear"/>
              <a:ea typeface="Intel Clear"/>
              <a:cs typeface="Intel Clear"/>
              <a:sym typeface="Helvetica Neue"/>
            </a:endParaRPr>
          </a:p>
        </p:txBody>
      </p:sp>
    </p:spTree>
    <p:extLst>
      <p:ext uri="{BB962C8B-B14F-4D97-AF65-F5344CB8AC3E}">
        <p14:creationId xmlns:p14="http://schemas.microsoft.com/office/powerpoint/2010/main" val="3184345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948505F-5A55-DF11-304A-6FB377CCFCB3}"/>
              </a:ext>
            </a:extLst>
          </p:cNvPr>
          <p:cNvSpPr/>
          <p:nvPr/>
        </p:nvSpPr>
        <p:spPr>
          <a:xfrm>
            <a:off x="1470991" y="5983357"/>
            <a:ext cx="1023731" cy="47707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 name="Rectangle: Rounded Corners 4">
            <a:extLst>
              <a:ext uri="{FF2B5EF4-FFF2-40B4-BE49-F238E27FC236}">
                <a16:creationId xmlns:a16="http://schemas.microsoft.com/office/drawing/2014/main" id="{FE1C4AC1-B7E9-0EAE-530F-8D7D34FB39BA}"/>
              </a:ext>
            </a:extLst>
          </p:cNvPr>
          <p:cNvSpPr/>
          <p:nvPr/>
        </p:nvSpPr>
        <p:spPr>
          <a:xfrm>
            <a:off x="1470991" y="5983357"/>
            <a:ext cx="954575" cy="477078"/>
          </a:xfrm>
          <a:prstGeom prst="round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Rectangle: Rounded Corners 5">
            <a:extLst>
              <a:ext uri="{FF2B5EF4-FFF2-40B4-BE49-F238E27FC236}">
                <a16:creationId xmlns:a16="http://schemas.microsoft.com/office/drawing/2014/main" id="{FE54F87C-4DFC-494B-606F-0F813788FA76}"/>
              </a:ext>
            </a:extLst>
          </p:cNvPr>
          <p:cNvSpPr/>
          <p:nvPr/>
        </p:nvSpPr>
        <p:spPr>
          <a:xfrm>
            <a:off x="2136808" y="5822558"/>
            <a:ext cx="770021" cy="732246"/>
          </a:xfrm>
          <a:prstGeom prst="round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Title 1">
            <a:extLst>
              <a:ext uri="{FF2B5EF4-FFF2-40B4-BE49-F238E27FC236}">
                <a16:creationId xmlns:a16="http://schemas.microsoft.com/office/drawing/2014/main" id="{7FC13FF4-6226-D80E-D14F-0B2FCA4B4F37}"/>
              </a:ext>
            </a:extLst>
          </p:cNvPr>
          <p:cNvSpPr txBox="1">
            <a:spLocks/>
          </p:cNvSpPr>
          <p:nvPr/>
        </p:nvSpPr>
        <p:spPr>
          <a:xfrm>
            <a:off x="513560" y="322025"/>
            <a:ext cx="10310434" cy="9524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0" tIns="0" rIns="0" bIns="0" rtlCol="0" anchor="t" anchorCtr="0">
            <a:noAutofit/>
          </a:bodyPr>
          <a:lstStyle>
            <a:lvl1pPr marL="0" marR="0" indent="0" algn="l" defTabSz="609600" latinLnBrk="0">
              <a:lnSpc>
                <a:spcPct val="90000"/>
              </a:lnSpc>
              <a:spcBef>
                <a:spcPts val="0"/>
              </a:spcBef>
              <a:spcAft>
                <a:spcPts val="0"/>
              </a:spcAft>
              <a:buClrTx/>
              <a:buSzTx/>
              <a:buFontTx/>
              <a:buNone/>
              <a:tabLst/>
              <a:defRPr sz="7500" b="0" i="0" u="none" strike="noStrike" cap="none" spc="0" baseline="0">
                <a:solidFill>
                  <a:srgbClr val="52525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a:lstStyle>
          <a:p>
            <a:pPr defTabSz="1219169" rtl="0" hangingPunct="0">
              <a:lnSpc>
                <a:spcPct val="100000"/>
              </a:lnSpc>
              <a:spcBef>
                <a:spcPct val="0"/>
              </a:spcBef>
            </a:pPr>
            <a:r>
              <a:rPr lang="en-US" sz="3733" b="1" dirty="0">
                <a:solidFill>
                  <a:schemeClr val="tx2"/>
                </a:solidFill>
                <a:latin typeface="Intel Clear"/>
                <a:ea typeface="Intel Clear"/>
                <a:cs typeface="Intel Clear"/>
                <a:sym typeface="Helvetica Neue"/>
              </a:rPr>
              <a:t>The description of the problem</a:t>
            </a:r>
          </a:p>
        </p:txBody>
      </p:sp>
      <p:pic>
        <p:nvPicPr>
          <p:cNvPr id="10" name="图片 9">
            <a:extLst>
              <a:ext uri="{FF2B5EF4-FFF2-40B4-BE49-F238E27FC236}">
                <a16:creationId xmlns:a16="http://schemas.microsoft.com/office/drawing/2014/main" id="{06D955B2-70A3-7277-8DFA-EBF9E02C3955}"/>
              </a:ext>
            </a:extLst>
          </p:cNvPr>
          <p:cNvPicPr>
            <a:picLocks noChangeAspect="1"/>
          </p:cNvPicPr>
          <p:nvPr/>
        </p:nvPicPr>
        <p:blipFill>
          <a:blip r:embed="rId4"/>
          <a:stretch>
            <a:fillRect/>
          </a:stretch>
        </p:blipFill>
        <p:spPr>
          <a:xfrm>
            <a:off x="1105934" y="1029045"/>
            <a:ext cx="10204215" cy="2888327"/>
          </a:xfrm>
          <a:prstGeom prst="rect">
            <a:avLst/>
          </a:prstGeom>
        </p:spPr>
      </p:pic>
      <p:sp>
        <p:nvSpPr>
          <p:cNvPr id="12" name="文本框 11">
            <a:extLst>
              <a:ext uri="{FF2B5EF4-FFF2-40B4-BE49-F238E27FC236}">
                <a16:creationId xmlns:a16="http://schemas.microsoft.com/office/drawing/2014/main" id="{089A6172-4A86-1AD9-6EF0-6ED620265F21}"/>
              </a:ext>
            </a:extLst>
          </p:cNvPr>
          <p:cNvSpPr txBox="1"/>
          <p:nvPr/>
        </p:nvSpPr>
        <p:spPr>
          <a:xfrm>
            <a:off x="1145087" y="4067619"/>
            <a:ext cx="11046913" cy="24191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dirty="0"/>
              <a:t>In this scenario, multiple storage sessions share a single RDMA connection, and the number of storage sessions increases steadily over </a:t>
            </a:r>
            <a:r>
              <a:rPr lang="en-US" altLang="zh-CN" dirty="0" err="1"/>
              <a:t>time.When</a:t>
            </a:r>
            <a:r>
              <a:rPr lang="en-US" altLang="zh-CN" dirty="0"/>
              <a:t> a new RDMA connection is initially created, it is used by only a few storage sessions, so performance is typically very good. However, as more and more storage sessions begin to use the same RDMA connection, they gradually consume its entire capacity. Once the number of storage sessions reaches the connection's upper limit, adding another storage session degrades overall performance — for example, by increasing latency and reducing bandwidth.</a:t>
            </a:r>
            <a:endParaRPr lang="zh-CN" altLang="en-US" dirty="0"/>
          </a:p>
        </p:txBody>
      </p:sp>
    </p:spTree>
    <p:custDataLst>
      <p:tags r:id="rId1"/>
    </p:custDataLst>
    <p:extLst>
      <p:ext uri="{BB962C8B-B14F-4D97-AF65-F5344CB8AC3E}">
        <p14:creationId xmlns:p14="http://schemas.microsoft.com/office/powerpoint/2010/main" val="24180053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294967295"/>
          </p:nvPr>
        </p:nvSpPr>
        <p:spPr>
          <a:xfrm>
            <a:off x="10058400" y="4824413"/>
            <a:ext cx="2133600" cy="27305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bg1"/>
                </a:solidFill>
                <a:latin typeface="+mn-lt"/>
                <a:ea typeface="+mn-ea"/>
                <a:cs typeface="Intel Clear"/>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EE2556C5-CE8C-6547-B838-EA80C61A4AF7}" type="slidenum">
              <a:rPr lang="en-US" smtClean="0"/>
              <a:pPr>
                <a:defRPr/>
              </a:pPr>
              <a:t>14</a:t>
            </a:fld>
            <a:endParaRPr lang="en-US" dirty="0">
              <a:solidFill>
                <a:prstClr val="white"/>
              </a:solidFill>
              <a:latin typeface="Intel Clear"/>
            </a:endParaRPr>
          </a:p>
        </p:txBody>
      </p:sp>
      <p:sp>
        <p:nvSpPr>
          <p:cNvPr id="2" name="Rectangle 1">
            <a:extLst>
              <a:ext uri="{FF2B5EF4-FFF2-40B4-BE49-F238E27FC236}">
                <a16:creationId xmlns:a16="http://schemas.microsoft.com/office/drawing/2014/main" id="{C001E468-6B69-475F-9B37-265DE30D19CE}"/>
              </a:ext>
            </a:extLst>
          </p:cNvPr>
          <p:cNvSpPr/>
          <p:nvPr/>
        </p:nvSpPr>
        <p:spPr>
          <a:xfrm>
            <a:off x="1049482" y="955951"/>
            <a:ext cx="9774512" cy="978729"/>
          </a:xfrm>
          <a:prstGeom prst="rect">
            <a:avLst/>
          </a:prstGeom>
        </p:spPr>
        <p:txBody>
          <a:bodyPr wrap="square">
            <a:spAutoFit/>
          </a:bodyPr>
          <a:lstStyle/>
          <a:p>
            <a:r>
              <a:rPr lang="en-US" altLang="zh-CN" sz="1600" dirty="0"/>
              <a:t>The root cause is insufficient DMA memory to support so many storage sessions. An </a:t>
            </a:r>
            <a:r>
              <a:rPr lang="en-US" altLang="zh-CN" sz="1600" dirty="0" err="1"/>
              <a:t>eBPF</a:t>
            </a:r>
            <a:r>
              <a:rPr lang="en-US" altLang="zh-CN" sz="1600" dirty="0"/>
              <a:t> application can be used to monitor the performance (latency and bandwidth) of the storage sessions. If performance degrades, it indicates that the number of storage sessions has reached the upper limit of the RDMA connection. In this case, a new RDMA connection should be created, and the new storage session should use it.</a:t>
            </a:r>
            <a:endParaRPr lang="en-US" sz="2000" dirty="0"/>
          </a:p>
        </p:txBody>
      </p:sp>
      <p:sp>
        <p:nvSpPr>
          <p:cNvPr id="4" name="Rectangle: Rounded Corners 3">
            <a:extLst>
              <a:ext uri="{FF2B5EF4-FFF2-40B4-BE49-F238E27FC236}">
                <a16:creationId xmlns:a16="http://schemas.microsoft.com/office/drawing/2014/main" id="{F3D59D5E-61D6-AA63-E626-5322BB91AAD1}"/>
              </a:ext>
            </a:extLst>
          </p:cNvPr>
          <p:cNvSpPr/>
          <p:nvPr/>
        </p:nvSpPr>
        <p:spPr>
          <a:xfrm>
            <a:off x="1470991" y="5973417"/>
            <a:ext cx="1073426" cy="467140"/>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Rectangle: Rounded Corners 5">
            <a:extLst>
              <a:ext uri="{FF2B5EF4-FFF2-40B4-BE49-F238E27FC236}">
                <a16:creationId xmlns:a16="http://schemas.microsoft.com/office/drawing/2014/main" id="{1931DFEF-07D9-4561-AC2E-7165B5BC04BF}"/>
              </a:ext>
            </a:extLst>
          </p:cNvPr>
          <p:cNvSpPr/>
          <p:nvPr/>
        </p:nvSpPr>
        <p:spPr>
          <a:xfrm>
            <a:off x="1470991" y="5973417"/>
            <a:ext cx="1073426" cy="467140"/>
          </a:xfrm>
          <a:prstGeom prst="round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Title 1">
            <a:extLst>
              <a:ext uri="{FF2B5EF4-FFF2-40B4-BE49-F238E27FC236}">
                <a16:creationId xmlns:a16="http://schemas.microsoft.com/office/drawing/2014/main" id="{9E7429FD-4E74-EF8E-10CC-93EAE5F1A0CE}"/>
              </a:ext>
            </a:extLst>
          </p:cNvPr>
          <p:cNvSpPr txBox="1">
            <a:spLocks/>
          </p:cNvSpPr>
          <p:nvPr/>
        </p:nvSpPr>
        <p:spPr>
          <a:xfrm>
            <a:off x="513560" y="322025"/>
            <a:ext cx="10310434" cy="9524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0" tIns="0" rIns="0" bIns="0" rtlCol="0" anchor="t" anchorCtr="0">
            <a:noAutofit/>
          </a:bodyPr>
          <a:lstStyle>
            <a:lvl1pPr marL="0" marR="0" indent="0" algn="l" defTabSz="609600" latinLnBrk="0">
              <a:lnSpc>
                <a:spcPct val="90000"/>
              </a:lnSpc>
              <a:spcBef>
                <a:spcPts val="0"/>
              </a:spcBef>
              <a:spcAft>
                <a:spcPts val="0"/>
              </a:spcAft>
              <a:buClrTx/>
              <a:buSzTx/>
              <a:buFontTx/>
              <a:buNone/>
              <a:tabLst/>
              <a:defRPr sz="7500" b="0" i="0" u="none" strike="noStrike" cap="none" spc="0" baseline="0">
                <a:solidFill>
                  <a:srgbClr val="52525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a:lstStyle>
          <a:p>
            <a:pPr defTabSz="1219169" rtl="0" hangingPunct="0">
              <a:lnSpc>
                <a:spcPct val="100000"/>
              </a:lnSpc>
              <a:spcBef>
                <a:spcPct val="0"/>
              </a:spcBef>
            </a:pPr>
            <a:r>
              <a:rPr lang="en-US" sz="3733" b="1" dirty="0">
                <a:solidFill>
                  <a:schemeClr val="tx2"/>
                </a:solidFill>
                <a:latin typeface="Intel Clear"/>
                <a:ea typeface="Intel Clear"/>
                <a:cs typeface="Intel Clear"/>
                <a:sym typeface="Helvetica Neue"/>
              </a:rPr>
              <a:t>Solution 1:</a:t>
            </a:r>
          </a:p>
        </p:txBody>
      </p:sp>
      <p:pic>
        <p:nvPicPr>
          <p:cNvPr id="11" name="图片 10">
            <a:extLst>
              <a:ext uri="{FF2B5EF4-FFF2-40B4-BE49-F238E27FC236}">
                <a16:creationId xmlns:a16="http://schemas.microsoft.com/office/drawing/2014/main" id="{7261C389-8589-81FB-98D2-3E55C1FEE419}"/>
              </a:ext>
            </a:extLst>
          </p:cNvPr>
          <p:cNvPicPr>
            <a:picLocks noChangeAspect="1"/>
          </p:cNvPicPr>
          <p:nvPr/>
        </p:nvPicPr>
        <p:blipFill>
          <a:blip r:embed="rId4"/>
          <a:stretch>
            <a:fillRect/>
          </a:stretch>
        </p:blipFill>
        <p:spPr>
          <a:xfrm>
            <a:off x="1425977" y="1871402"/>
            <a:ext cx="8862060" cy="3406140"/>
          </a:xfrm>
          <a:prstGeom prst="rect">
            <a:avLst/>
          </a:prstGeom>
        </p:spPr>
      </p:pic>
    </p:spTree>
    <p:custDataLst>
      <p:tags r:id="rId1"/>
    </p:custDataLst>
    <p:extLst>
      <p:ext uri="{BB962C8B-B14F-4D97-AF65-F5344CB8AC3E}">
        <p14:creationId xmlns:p14="http://schemas.microsoft.com/office/powerpoint/2010/main" val="2084011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294967295"/>
          </p:nvPr>
        </p:nvSpPr>
        <p:spPr>
          <a:xfrm>
            <a:off x="10058400" y="4824413"/>
            <a:ext cx="2133600" cy="27305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bg1"/>
                </a:solidFill>
                <a:latin typeface="+mn-lt"/>
                <a:ea typeface="+mn-ea"/>
                <a:cs typeface="Intel Clear"/>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EE2556C5-CE8C-6547-B838-EA80C61A4AF7}" type="slidenum">
              <a:rPr lang="en-US" smtClean="0"/>
              <a:pPr>
                <a:defRPr/>
              </a:pPr>
              <a:t>15</a:t>
            </a:fld>
            <a:endParaRPr lang="en-US">
              <a:solidFill>
                <a:prstClr val="white"/>
              </a:solidFill>
              <a:latin typeface="Intel Clear"/>
            </a:endParaRPr>
          </a:p>
        </p:txBody>
      </p:sp>
      <p:sp>
        <p:nvSpPr>
          <p:cNvPr id="21" name="Footer Placeholder 3"/>
          <p:cNvSpPr>
            <a:spLocks noGrp="1"/>
          </p:cNvSpPr>
          <p:nvPr>
            <p:ph type="ftr" sz="quarter" idx="11"/>
          </p:nvPr>
        </p:nvSpPr>
        <p:spPr>
          <a:xfrm>
            <a:off x="5553075" y="6432550"/>
            <a:ext cx="6638925" cy="365125"/>
          </a:xfrm>
          <a:prstGeom prst="rect">
            <a:avLst/>
          </a:prstGeom>
        </p:spPr>
        <p:txBody>
          <a:bodyPr vert="horz" lIns="91440" tIns="45720" rIns="91440" bIns="45720" rtlCol="0" anchor="ctr"/>
          <a:lstStyle>
            <a:defPPr>
              <a:defRPr lang="en-US"/>
            </a:defPPr>
            <a:lvl1pPr marL="0" algn="r" defTabSz="457189" rtl="0" eaLnBrk="1" latinLnBrk="0" hangingPunct="1">
              <a:defRPr sz="900" kern="1200">
                <a:solidFill>
                  <a:schemeClr val="bg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a:lstStyle>
          <a:p>
            <a:r>
              <a:rPr lang="en-US"/>
              <a:t>Intel and the Intel logo are trademarks of Intel Corporation in the U. S. and/or other countries. </a:t>
            </a:r>
          </a:p>
          <a:p>
            <a:r>
              <a:rPr lang="en-US"/>
              <a:t> *Other names and brands may be claimed as the property of others. Copyright © 2018, Intel Corporation.</a:t>
            </a:r>
            <a:endParaRPr lang="en-US" sz="800" dirty="0">
              <a:solidFill>
                <a:prstClr val="white"/>
              </a:solidFill>
              <a:latin typeface="Intel Clear"/>
            </a:endParaRPr>
          </a:p>
        </p:txBody>
      </p:sp>
      <p:sp>
        <p:nvSpPr>
          <p:cNvPr id="12" name="Rectangle 11">
            <a:extLst>
              <a:ext uri="{FF2B5EF4-FFF2-40B4-BE49-F238E27FC236}">
                <a16:creationId xmlns:a16="http://schemas.microsoft.com/office/drawing/2014/main" id="{FAF706CD-AA79-4657-9A3A-0F6615471DE1}"/>
              </a:ext>
            </a:extLst>
          </p:cNvPr>
          <p:cNvSpPr/>
          <p:nvPr/>
        </p:nvSpPr>
        <p:spPr>
          <a:xfrm>
            <a:off x="526774" y="1308398"/>
            <a:ext cx="10555356" cy="1772280"/>
          </a:xfrm>
          <a:prstGeom prst="rect">
            <a:avLst/>
          </a:prstGeom>
        </p:spPr>
        <p:txBody>
          <a:bodyPr wrap="square">
            <a:spAutoFit/>
          </a:bodyPr>
          <a:lstStyle/>
          <a:p>
            <a:pPr marL="457200" indent="-457200">
              <a:buAutoNum type="arabicPeriod"/>
            </a:pPr>
            <a:r>
              <a:rPr lang="en-US" sz="2000" dirty="0"/>
              <a:t>Pros: Easy to implement, create a new RDMA connection and let the new Storage sessions use this new RDMA connection.</a:t>
            </a:r>
          </a:p>
          <a:p>
            <a:pPr marL="457200" indent="-457200">
              <a:buAutoNum type="arabicPeriod"/>
            </a:pPr>
            <a:r>
              <a:rPr lang="en-US" sz="2000" dirty="0"/>
              <a:t>Cons: this solution requires additional resources to manage multiple RDMA connections. Having too many RDMA connections can consume excessive resources, leading to inefficiencies on the host.</a:t>
            </a:r>
          </a:p>
        </p:txBody>
      </p:sp>
      <p:sp>
        <p:nvSpPr>
          <p:cNvPr id="2" name="Rectangle: Rounded Corners 1">
            <a:extLst>
              <a:ext uri="{FF2B5EF4-FFF2-40B4-BE49-F238E27FC236}">
                <a16:creationId xmlns:a16="http://schemas.microsoft.com/office/drawing/2014/main" id="{AE1F6602-2953-3994-3259-672E0198BA17}"/>
              </a:ext>
            </a:extLst>
          </p:cNvPr>
          <p:cNvSpPr/>
          <p:nvPr/>
        </p:nvSpPr>
        <p:spPr>
          <a:xfrm>
            <a:off x="1461052" y="5973417"/>
            <a:ext cx="1033670" cy="459133"/>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 name="Rectangle: Rounded Corners 3">
            <a:extLst>
              <a:ext uri="{FF2B5EF4-FFF2-40B4-BE49-F238E27FC236}">
                <a16:creationId xmlns:a16="http://schemas.microsoft.com/office/drawing/2014/main" id="{071AD626-003F-C4FE-94B1-3208BDB55F12}"/>
              </a:ext>
            </a:extLst>
          </p:cNvPr>
          <p:cNvSpPr/>
          <p:nvPr/>
        </p:nvSpPr>
        <p:spPr>
          <a:xfrm>
            <a:off x="1461052" y="5973417"/>
            <a:ext cx="1033670" cy="459133"/>
          </a:xfrm>
          <a:prstGeom prst="round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 name="Title 1">
            <a:extLst>
              <a:ext uri="{FF2B5EF4-FFF2-40B4-BE49-F238E27FC236}">
                <a16:creationId xmlns:a16="http://schemas.microsoft.com/office/drawing/2014/main" id="{5A138050-7925-79B9-6A72-841E8780E2CE}"/>
              </a:ext>
            </a:extLst>
          </p:cNvPr>
          <p:cNvSpPr txBox="1">
            <a:spLocks/>
          </p:cNvSpPr>
          <p:nvPr/>
        </p:nvSpPr>
        <p:spPr>
          <a:xfrm>
            <a:off x="513560" y="322025"/>
            <a:ext cx="10310434" cy="9524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0" tIns="0" rIns="0" bIns="0" rtlCol="0" anchor="t" anchorCtr="0">
            <a:noAutofit/>
          </a:bodyPr>
          <a:lstStyle>
            <a:lvl1pPr marL="0" marR="0" indent="0" algn="l" defTabSz="609600" latinLnBrk="0">
              <a:lnSpc>
                <a:spcPct val="90000"/>
              </a:lnSpc>
              <a:spcBef>
                <a:spcPts val="0"/>
              </a:spcBef>
              <a:spcAft>
                <a:spcPts val="0"/>
              </a:spcAft>
              <a:buClrTx/>
              <a:buSzTx/>
              <a:buFontTx/>
              <a:buNone/>
              <a:tabLst/>
              <a:defRPr sz="7500" b="0" i="0" u="none" strike="noStrike" cap="none" spc="0" baseline="0">
                <a:solidFill>
                  <a:srgbClr val="52525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a:lstStyle>
          <a:p>
            <a:pPr defTabSz="1219169" rtl="0" hangingPunct="0">
              <a:lnSpc>
                <a:spcPct val="100000"/>
              </a:lnSpc>
              <a:spcBef>
                <a:spcPct val="0"/>
              </a:spcBef>
            </a:pPr>
            <a:r>
              <a:rPr lang="en-US" sz="3733" b="1" dirty="0">
                <a:solidFill>
                  <a:schemeClr val="tx2"/>
                </a:solidFill>
                <a:latin typeface="Intel Clear"/>
                <a:ea typeface="Intel Clear"/>
                <a:cs typeface="Intel Clear"/>
                <a:sym typeface="Helvetica Neue"/>
              </a:rPr>
              <a:t>Solution 1 analysis</a:t>
            </a:r>
          </a:p>
        </p:txBody>
      </p:sp>
      <p:pic>
        <p:nvPicPr>
          <p:cNvPr id="9" name="图片 8">
            <a:extLst>
              <a:ext uri="{FF2B5EF4-FFF2-40B4-BE49-F238E27FC236}">
                <a16:creationId xmlns:a16="http://schemas.microsoft.com/office/drawing/2014/main" id="{E70734B0-AE26-CA07-C357-118FEA7A8685}"/>
              </a:ext>
            </a:extLst>
          </p:cNvPr>
          <p:cNvPicPr>
            <a:picLocks noChangeAspect="1"/>
          </p:cNvPicPr>
          <p:nvPr/>
        </p:nvPicPr>
        <p:blipFill>
          <a:blip r:embed="rId3"/>
          <a:stretch>
            <a:fillRect/>
          </a:stretch>
        </p:blipFill>
        <p:spPr>
          <a:xfrm>
            <a:off x="1977887" y="2942123"/>
            <a:ext cx="8862060" cy="3406140"/>
          </a:xfrm>
          <a:prstGeom prst="rect">
            <a:avLst/>
          </a:prstGeom>
        </p:spPr>
      </p:pic>
    </p:spTree>
    <p:extLst>
      <p:ext uri="{BB962C8B-B14F-4D97-AF65-F5344CB8AC3E}">
        <p14:creationId xmlns:p14="http://schemas.microsoft.com/office/powerpoint/2010/main" val="3607054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441C347-B180-A3CE-10B4-C331BF3D5870}"/>
              </a:ext>
            </a:extLst>
          </p:cNvPr>
          <p:cNvSpPr/>
          <p:nvPr/>
        </p:nvSpPr>
        <p:spPr>
          <a:xfrm>
            <a:off x="1478033" y="5907379"/>
            <a:ext cx="1026628" cy="562995"/>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Rounded Corners 6">
            <a:extLst>
              <a:ext uri="{FF2B5EF4-FFF2-40B4-BE49-F238E27FC236}">
                <a16:creationId xmlns:a16="http://schemas.microsoft.com/office/drawing/2014/main" id="{BF634393-3652-6C75-D11A-B61E7E402571}"/>
              </a:ext>
            </a:extLst>
          </p:cNvPr>
          <p:cNvSpPr/>
          <p:nvPr/>
        </p:nvSpPr>
        <p:spPr>
          <a:xfrm>
            <a:off x="1478033" y="5907379"/>
            <a:ext cx="1026628" cy="562995"/>
          </a:xfrm>
          <a:prstGeom prst="round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Title 1">
            <a:extLst>
              <a:ext uri="{FF2B5EF4-FFF2-40B4-BE49-F238E27FC236}">
                <a16:creationId xmlns:a16="http://schemas.microsoft.com/office/drawing/2014/main" id="{5C33EAED-6D13-2CB8-8FCF-A70AF1A34587}"/>
              </a:ext>
            </a:extLst>
          </p:cNvPr>
          <p:cNvSpPr txBox="1">
            <a:spLocks/>
          </p:cNvSpPr>
          <p:nvPr/>
        </p:nvSpPr>
        <p:spPr>
          <a:xfrm>
            <a:off x="513560" y="322025"/>
            <a:ext cx="10310434" cy="9524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0" tIns="0" rIns="0" bIns="0" rtlCol="0" anchor="t" anchorCtr="0">
            <a:noAutofit/>
          </a:bodyPr>
          <a:lstStyle>
            <a:lvl1pPr marL="0" marR="0" indent="0" algn="l" defTabSz="609600" latinLnBrk="0">
              <a:lnSpc>
                <a:spcPct val="90000"/>
              </a:lnSpc>
              <a:spcBef>
                <a:spcPts val="0"/>
              </a:spcBef>
              <a:spcAft>
                <a:spcPts val="0"/>
              </a:spcAft>
              <a:buClrTx/>
              <a:buSzTx/>
              <a:buFontTx/>
              <a:buNone/>
              <a:tabLst/>
              <a:defRPr sz="7500" b="0" i="0" u="none" strike="noStrike" cap="none" spc="0" baseline="0">
                <a:solidFill>
                  <a:srgbClr val="52525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a:lstStyle>
          <a:p>
            <a:pPr defTabSz="1219169" rtl="0" hangingPunct="0">
              <a:lnSpc>
                <a:spcPct val="100000"/>
              </a:lnSpc>
              <a:spcBef>
                <a:spcPct val="0"/>
              </a:spcBef>
            </a:pPr>
            <a:r>
              <a:rPr lang="en-US" sz="3733" b="1" dirty="0">
                <a:solidFill>
                  <a:schemeClr val="tx2"/>
                </a:solidFill>
                <a:latin typeface="Intel Clear"/>
                <a:ea typeface="Intel Clear"/>
                <a:cs typeface="Intel Clear"/>
                <a:sym typeface="Helvetica Neue"/>
              </a:rPr>
              <a:t>Solution 2:</a:t>
            </a:r>
          </a:p>
        </p:txBody>
      </p:sp>
      <p:sp>
        <p:nvSpPr>
          <p:cNvPr id="12" name="文本框 11">
            <a:extLst>
              <a:ext uri="{FF2B5EF4-FFF2-40B4-BE49-F238E27FC236}">
                <a16:creationId xmlns:a16="http://schemas.microsoft.com/office/drawing/2014/main" id="{F13A67CF-4B15-9814-0526-D54A6CDA2071}"/>
              </a:ext>
            </a:extLst>
          </p:cNvPr>
          <p:cNvSpPr txBox="1"/>
          <p:nvPr/>
        </p:nvSpPr>
        <p:spPr>
          <a:xfrm>
            <a:off x="498761" y="905203"/>
            <a:ext cx="11693239" cy="1754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dirty="0"/>
              <a:t>To avoid excessive resource usage from managing too many RDMA connections, </a:t>
            </a:r>
            <a:r>
              <a:rPr lang="en-US" altLang="zh-CN" dirty="0" err="1"/>
              <a:t>eBPF</a:t>
            </a:r>
            <a:r>
              <a:rPr lang="en-US" altLang="zh-CN" dirty="0"/>
              <a:t> will continue monitoring the performance of storage sessions. As more storage sessions are added, and the number reaches the RDMA connection's upper limit, </a:t>
            </a:r>
            <a:r>
              <a:rPr lang="en-US" altLang="zh-CN" dirty="0" err="1"/>
              <a:t>eBPF</a:t>
            </a:r>
            <a:r>
              <a:rPr lang="en-US" altLang="zh-CN" dirty="0"/>
              <a:t> will create a new RDMA connection with a larger DMA memory allocation. Then, it will gradually migrate all storage sessions from the old, smaller-DMA RDMA connection to the new one.</a:t>
            </a:r>
            <a:endParaRPr lang="zh-CN" altLang="en-US" dirty="0"/>
          </a:p>
        </p:txBody>
      </p:sp>
      <p:pic>
        <p:nvPicPr>
          <p:cNvPr id="14" name="图片 13">
            <a:extLst>
              <a:ext uri="{FF2B5EF4-FFF2-40B4-BE49-F238E27FC236}">
                <a16:creationId xmlns:a16="http://schemas.microsoft.com/office/drawing/2014/main" id="{993448C7-03FF-5370-3E66-EC436A8146FE}"/>
              </a:ext>
            </a:extLst>
          </p:cNvPr>
          <p:cNvPicPr>
            <a:picLocks noChangeAspect="1"/>
          </p:cNvPicPr>
          <p:nvPr/>
        </p:nvPicPr>
        <p:blipFill>
          <a:blip r:embed="rId2"/>
          <a:stretch>
            <a:fillRect/>
          </a:stretch>
        </p:blipFill>
        <p:spPr>
          <a:xfrm>
            <a:off x="3604261" y="2706165"/>
            <a:ext cx="6698437" cy="3833622"/>
          </a:xfrm>
          <a:prstGeom prst="rect">
            <a:avLst/>
          </a:prstGeom>
        </p:spPr>
      </p:pic>
    </p:spTree>
    <p:extLst>
      <p:ext uri="{BB962C8B-B14F-4D97-AF65-F5344CB8AC3E}">
        <p14:creationId xmlns:p14="http://schemas.microsoft.com/office/powerpoint/2010/main" val="4471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1F5A74AF-0D40-49D5-BA49-E13B7F1C3840}"/>
              </a:ext>
            </a:extLst>
          </p:cNvPr>
          <p:cNvSpPr txBox="1">
            <a:spLocks/>
          </p:cNvSpPr>
          <p:nvPr/>
        </p:nvSpPr>
        <p:spPr>
          <a:xfrm>
            <a:off x="607484" y="244649"/>
            <a:ext cx="10972800" cy="1158240"/>
          </a:xfrm>
          <a:prstGeom prst="rect">
            <a:avLst/>
          </a:prstGeom>
        </p:spPr>
        <p:txBody>
          <a:bodyPr vert="horz" lIns="0" tIns="0" rIns="0" bIns="0" rtlCol="0" anchor="t" anchorCtr="0">
            <a:noAutofit/>
          </a:bodyPr>
          <a:lstStyle>
            <a:lvl1pPr>
              <a:lnSpc>
                <a:spcPct val="100000"/>
              </a:lnSpc>
              <a:spcBef>
                <a:spcPct val="0"/>
              </a:spcBef>
              <a:buNone/>
              <a:defRPr sz="2800" b="0" i="0" spc="0" baseline="0">
                <a:solidFill>
                  <a:schemeClr val="tx2"/>
                </a:solidFill>
                <a:latin typeface="Intel Clear"/>
                <a:ea typeface="Intel Clear"/>
                <a:cs typeface="Intel Clear"/>
              </a:defRPr>
            </a:lvl1pPr>
            <a:lvl2pPr algn="ctr" fontAlgn="base">
              <a:lnSpc>
                <a:spcPct val="90000"/>
              </a:lnSpc>
              <a:spcBef>
                <a:spcPct val="0"/>
              </a:spcBef>
              <a:spcAft>
                <a:spcPct val="0"/>
              </a:spcAft>
              <a:defRPr sz="2333">
                <a:effectLst>
                  <a:outerShdw blurRad="38100" dist="38100" dir="2700000" algn="tl">
                    <a:srgbClr val="000000"/>
                  </a:outerShdw>
                </a:effectLst>
                <a:latin typeface="Neo Sans Intel Medium" pitchFamily="34" charset="0"/>
                <a:cs typeface="Arial" charset="0"/>
              </a:defRPr>
            </a:lvl2pPr>
            <a:lvl3pPr algn="ctr" fontAlgn="base">
              <a:lnSpc>
                <a:spcPct val="90000"/>
              </a:lnSpc>
              <a:spcBef>
                <a:spcPct val="0"/>
              </a:spcBef>
              <a:spcAft>
                <a:spcPct val="0"/>
              </a:spcAft>
              <a:defRPr sz="2333">
                <a:effectLst>
                  <a:outerShdw blurRad="38100" dist="38100" dir="2700000" algn="tl">
                    <a:srgbClr val="000000"/>
                  </a:outerShdw>
                </a:effectLst>
                <a:latin typeface="Neo Sans Intel Medium" pitchFamily="34" charset="0"/>
                <a:cs typeface="Arial" charset="0"/>
              </a:defRPr>
            </a:lvl3pPr>
            <a:lvl4pPr algn="ctr" fontAlgn="base">
              <a:lnSpc>
                <a:spcPct val="90000"/>
              </a:lnSpc>
              <a:spcBef>
                <a:spcPct val="0"/>
              </a:spcBef>
              <a:spcAft>
                <a:spcPct val="0"/>
              </a:spcAft>
              <a:defRPr sz="2333">
                <a:effectLst>
                  <a:outerShdw blurRad="38100" dist="38100" dir="2700000" algn="tl">
                    <a:srgbClr val="000000"/>
                  </a:outerShdw>
                </a:effectLst>
                <a:latin typeface="Neo Sans Intel Medium" pitchFamily="34" charset="0"/>
                <a:cs typeface="Arial" charset="0"/>
              </a:defRPr>
            </a:lvl4pPr>
            <a:lvl5pPr algn="ctr" fontAlgn="base">
              <a:lnSpc>
                <a:spcPct val="90000"/>
              </a:lnSpc>
              <a:spcBef>
                <a:spcPct val="0"/>
              </a:spcBef>
              <a:spcAft>
                <a:spcPct val="0"/>
              </a:spcAft>
              <a:defRPr sz="2333">
                <a:effectLst>
                  <a:outerShdw blurRad="38100" dist="38100" dir="2700000" algn="tl">
                    <a:srgbClr val="000000"/>
                  </a:outerShdw>
                </a:effectLst>
                <a:latin typeface="Neo Sans Intel Medium" pitchFamily="34" charset="0"/>
                <a:cs typeface="Arial" charset="0"/>
              </a:defRPr>
            </a:lvl5pPr>
            <a:lvl6pPr marL="334096" algn="ctr" fontAlgn="base">
              <a:lnSpc>
                <a:spcPct val="90000"/>
              </a:lnSpc>
              <a:spcBef>
                <a:spcPct val="0"/>
              </a:spcBef>
              <a:spcAft>
                <a:spcPct val="0"/>
              </a:spcAft>
              <a:defRPr sz="2333">
                <a:effectLst>
                  <a:outerShdw blurRad="38100" dist="38100" dir="2700000" algn="tl">
                    <a:srgbClr val="000000"/>
                  </a:outerShdw>
                </a:effectLst>
                <a:latin typeface="Neo Sans Intel Medium" pitchFamily="34" charset="0"/>
                <a:cs typeface="Arial" charset="0"/>
              </a:defRPr>
            </a:lvl6pPr>
            <a:lvl7pPr marL="668190" algn="ctr" fontAlgn="base">
              <a:lnSpc>
                <a:spcPct val="90000"/>
              </a:lnSpc>
              <a:spcBef>
                <a:spcPct val="0"/>
              </a:spcBef>
              <a:spcAft>
                <a:spcPct val="0"/>
              </a:spcAft>
              <a:defRPr sz="2333">
                <a:effectLst>
                  <a:outerShdw blurRad="38100" dist="38100" dir="2700000" algn="tl">
                    <a:srgbClr val="000000"/>
                  </a:outerShdw>
                </a:effectLst>
                <a:latin typeface="Neo Sans Intel Medium" pitchFamily="34" charset="0"/>
                <a:cs typeface="Arial" charset="0"/>
              </a:defRPr>
            </a:lvl7pPr>
            <a:lvl8pPr marL="1002286" algn="ctr" fontAlgn="base">
              <a:lnSpc>
                <a:spcPct val="90000"/>
              </a:lnSpc>
              <a:spcBef>
                <a:spcPct val="0"/>
              </a:spcBef>
              <a:spcAft>
                <a:spcPct val="0"/>
              </a:spcAft>
              <a:defRPr sz="2333">
                <a:effectLst>
                  <a:outerShdw blurRad="38100" dist="38100" dir="2700000" algn="tl">
                    <a:srgbClr val="000000"/>
                  </a:outerShdw>
                </a:effectLst>
                <a:latin typeface="Neo Sans Intel Medium" pitchFamily="34" charset="0"/>
                <a:cs typeface="Arial" charset="0"/>
              </a:defRPr>
            </a:lvl8pPr>
            <a:lvl9pPr marL="1336381" algn="ctr" fontAlgn="base">
              <a:lnSpc>
                <a:spcPct val="90000"/>
              </a:lnSpc>
              <a:spcBef>
                <a:spcPct val="0"/>
              </a:spcBef>
              <a:spcAft>
                <a:spcPct val="0"/>
              </a:spcAft>
              <a:defRPr sz="2333">
                <a:effectLst>
                  <a:outerShdw blurRad="38100" dist="38100" dir="2700000" algn="tl">
                    <a:srgbClr val="000000"/>
                  </a:outerShdw>
                </a:effectLst>
                <a:latin typeface="Neo Sans Intel Medium" pitchFamily="34" charset="0"/>
                <a:cs typeface="Arial" charset="0"/>
              </a:defRPr>
            </a:lvl9pPr>
          </a:lstStyle>
          <a:p>
            <a:r>
              <a:rPr lang="en-US" sz="3733" b="1" dirty="0"/>
              <a:t>Solution 2 analysis</a:t>
            </a:r>
          </a:p>
        </p:txBody>
      </p:sp>
      <p:sp>
        <p:nvSpPr>
          <p:cNvPr id="2" name="Rectangle: Rounded Corners 1">
            <a:extLst>
              <a:ext uri="{FF2B5EF4-FFF2-40B4-BE49-F238E27FC236}">
                <a16:creationId xmlns:a16="http://schemas.microsoft.com/office/drawing/2014/main" id="{C6CC10F9-8149-F1B6-8A75-29E4B535634A}"/>
              </a:ext>
            </a:extLst>
          </p:cNvPr>
          <p:cNvSpPr/>
          <p:nvPr/>
        </p:nvSpPr>
        <p:spPr>
          <a:xfrm>
            <a:off x="11052313" y="6460435"/>
            <a:ext cx="626165" cy="327991"/>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Rectangle: Rounded Corners 2">
            <a:extLst>
              <a:ext uri="{FF2B5EF4-FFF2-40B4-BE49-F238E27FC236}">
                <a16:creationId xmlns:a16="http://schemas.microsoft.com/office/drawing/2014/main" id="{6D12B131-DE19-6D0A-99D0-11636657980E}"/>
              </a:ext>
            </a:extLst>
          </p:cNvPr>
          <p:cNvSpPr/>
          <p:nvPr/>
        </p:nvSpPr>
        <p:spPr>
          <a:xfrm>
            <a:off x="11052313" y="6460435"/>
            <a:ext cx="626165" cy="327991"/>
          </a:xfrm>
          <a:prstGeom prst="round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 name="文本框 4">
            <a:extLst>
              <a:ext uri="{FF2B5EF4-FFF2-40B4-BE49-F238E27FC236}">
                <a16:creationId xmlns:a16="http://schemas.microsoft.com/office/drawing/2014/main" id="{FB68765D-C500-9441-C8CF-7C62A4E05F7C}"/>
              </a:ext>
            </a:extLst>
          </p:cNvPr>
          <p:cNvSpPr txBox="1"/>
          <p:nvPr/>
        </p:nvSpPr>
        <p:spPr>
          <a:xfrm>
            <a:off x="373688" y="857743"/>
            <a:ext cx="11440391" cy="20492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b="1" dirty="0"/>
              <a:t>Pros</a:t>
            </a:r>
            <a:r>
              <a:rPr lang="en-US" altLang="zh-CN" dirty="0"/>
              <a:t>: avoid excessive resource usage from managing too many RDMA connections</a:t>
            </a:r>
          </a:p>
          <a:p>
            <a:r>
              <a:rPr lang="en-US" altLang="zh-CN" b="1" dirty="0"/>
              <a:t>Cons</a:t>
            </a:r>
            <a:r>
              <a:rPr lang="en-US" altLang="zh-CN" dirty="0"/>
              <a:t>: This solution requires sufficient system memory to maintain both RDMA connections during the transition. There is a risk of memory allocation failure when creating the new RDMA connection. Additionally, migrating storage sessions involves restarting them, which can impact the overall system behavior.</a:t>
            </a:r>
            <a:endParaRPr lang="zh-CN" altLang="en-US" dirty="0"/>
          </a:p>
        </p:txBody>
      </p:sp>
      <p:pic>
        <p:nvPicPr>
          <p:cNvPr id="6" name="图片 5">
            <a:extLst>
              <a:ext uri="{FF2B5EF4-FFF2-40B4-BE49-F238E27FC236}">
                <a16:creationId xmlns:a16="http://schemas.microsoft.com/office/drawing/2014/main" id="{ACB322BE-8836-6C25-5166-DEE91348B02B}"/>
              </a:ext>
            </a:extLst>
          </p:cNvPr>
          <p:cNvPicPr>
            <a:picLocks noChangeAspect="1"/>
          </p:cNvPicPr>
          <p:nvPr/>
        </p:nvPicPr>
        <p:blipFill>
          <a:blip r:embed="rId3"/>
          <a:stretch>
            <a:fillRect/>
          </a:stretch>
        </p:blipFill>
        <p:spPr>
          <a:xfrm>
            <a:off x="3604261" y="2830857"/>
            <a:ext cx="6698437" cy="3833622"/>
          </a:xfrm>
          <a:prstGeom prst="rect">
            <a:avLst/>
          </a:prstGeom>
        </p:spPr>
      </p:pic>
    </p:spTree>
    <p:extLst>
      <p:ext uri="{BB962C8B-B14F-4D97-AF65-F5344CB8AC3E}">
        <p14:creationId xmlns:p14="http://schemas.microsoft.com/office/powerpoint/2010/main" val="726497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94A0D98-C864-4609-B4DF-05134FAD3FAC}"/>
              </a:ext>
            </a:extLst>
          </p:cNvPr>
          <p:cNvSpPr>
            <a:spLocks noGrp="1"/>
          </p:cNvSpPr>
          <p:nvPr>
            <p:ph type="title"/>
          </p:nvPr>
        </p:nvSpPr>
        <p:spPr>
          <a:xfrm>
            <a:off x="414443" y="401637"/>
            <a:ext cx="11584516" cy="1158240"/>
          </a:xfrm>
        </p:spPr>
        <p:txBody>
          <a:bodyPr/>
          <a:lstStyle/>
          <a:p>
            <a:r>
              <a:rPr lang="en-US" b="1" dirty="0"/>
              <a:t>Solution 3</a:t>
            </a:r>
          </a:p>
        </p:txBody>
      </p:sp>
      <p:sp>
        <p:nvSpPr>
          <p:cNvPr id="2" name="Rectangle: Rounded Corners 1">
            <a:extLst>
              <a:ext uri="{FF2B5EF4-FFF2-40B4-BE49-F238E27FC236}">
                <a16:creationId xmlns:a16="http://schemas.microsoft.com/office/drawing/2014/main" id="{3803C57F-F83D-89D4-6257-443334D948DB}"/>
              </a:ext>
            </a:extLst>
          </p:cNvPr>
          <p:cNvSpPr/>
          <p:nvPr/>
        </p:nvSpPr>
        <p:spPr>
          <a:xfrm>
            <a:off x="11082130" y="6510130"/>
            <a:ext cx="546653" cy="248479"/>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Rectangle: Rounded Corners 5">
            <a:extLst>
              <a:ext uri="{FF2B5EF4-FFF2-40B4-BE49-F238E27FC236}">
                <a16:creationId xmlns:a16="http://schemas.microsoft.com/office/drawing/2014/main" id="{2E9F6EE0-16D7-EDCD-4EA5-2305DA887CAE}"/>
              </a:ext>
            </a:extLst>
          </p:cNvPr>
          <p:cNvSpPr/>
          <p:nvPr/>
        </p:nvSpPr>
        <p:spPr>
          <a:xfrm>
            <a:off x="11082130" y="6510130"/>
            <a:ext cx="546653" cy="248479"/>
          </a:xfrm>
          <a:prstGeom prst="round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文本框 8">
            <a:extLst>
              <a:ext uri="{FF2B5EF4-FFF2-40B4-BE49-F238E27FC236}">
                <a16:creationId xmlns:a16="http://schemas.microsoft.com/office/drawing/2014/main" id="{6BD65725-EFBC-90F1-5EC8-673912F4FDAD}"/>
              </a:ext>
            </a:extLst>
          </p:cNvPr>
          <p:cNvSpPr txBox="1"/>
          <p:nvPr/>
        </p:nvSpPr>
        <p:spPr>
          <a:xfrm>
            <a:off x="270164" y="1004480"/>
            <a:ext cx="11507393" cy="2585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000" dirty="0"/>
              <a:t> This solution is based on Leon's new patch series, 'Provide a new two-step DMA mapping API.' At the beginning, a large IOVA window is allocated from the IOMMU, but only a portion of it—such as one-quarter—is initially mapped to physical DMA memory. When the number of storage sessions approaches the upper limit of the RDMA connection, </a:t>
            </a:r>
            <a:r>
              <a:rPr lang="en-US" altLang="zh-CN" sz="2000" dirty="0" err="1"/>
              <a:t>eBPF</a:t>
            </a:r>
            <a:r>
              <a:rPr lang="en-US" altLang="zh-CN" sz="2000" dirty="0"/>
              <a:t> can allocate additional physical DMA memory and map it to another quarter of the pre-allocated IOVA window. This effectively extends the available DMA memory, improving the performance of the storage sessions. As more storage sessions are added and the new limit is reached, more DMA memory can be mapped, further extending the capacity. Ultimately, the maximum number of storage sessions is limited by the total DMA memory available on the host. Once all DMA memory is exhausted, no further storage sessions can be accepted by the RDMA connection.</a:t>
            </a:r>
            <a:endParaRPr lang="zh-CN" altLang="en-US" sz="2000" dirty="0"/>
          </a:p>
        </p:txBody>
      </p:sp>
      <p:pic>
        <p:nvPicPr>
          <p:cNvPr id="11" name="图片 10">
            <a:extLst>
              <a:ext uri="{FF2B5EF4-FFF2-40B4-BE49-F238E27FC236}">
                <a16:creationId xmlns:a16="http://schemas.microsoft.com/office/drawing/2014/main" id="{2304F709-49B5-4DEB-F61D-7ECE6FE6B397}"/>
              </a:ext>
            </a:extLst>
          </p:cNvPr>
          <p:cNvPicPr>
            <a:picLocks noChangeAspect="1"/>
          </p:cNvPicPr>
          <p:nvPr/>
        </p:nvPicPr>
        <p:blipFill>
          <a:blip r:embed="rId3"/>
          <a:stretch>
            <a:fillRect/>
          </a:stretch>
        </p:blipFill>
        <p:spPr>
          <a:xfrm>
            <a:off x="1802130" y="3665217"/>
            <a:ext cx="8587740" cy="2956560"/>
          </a:xfrm>
          <a:prstGeom prst="rect">
            <a:avLst/>
          </a:prstGeom>
        </p:spPr>
      </p:pic>
    </p:spTree>
    <p:extLst>
      <p:ext uri="{BB962C8B-B14F-4D97-AF65-F5344CB8AC3E}">
        <p14:creationId xmlns:p14="http://schemas.microsoft.com/office/powerpoint/2010/main" val="143618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CD732-E44E-3D1D-CA79-6A33E5262DD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E3594EC-BA63-FCDD-03DF-6D90E24B5B59}"/>
              </a:ext>
            </a:extLst>
          </p:cNvPr>
          <p:cNvSpPr>
            <a:spLocks noGrp="1"/>
          </p:cNvSpPr>
          <p:nvPr>
            <p:ph type="title"/>
          </p:nvPr>
        </p:nvSpPr>
        <p:spPr>
          <a:xfrm>
            <a:off x="414443" y="401637"/>
            <a:ext cx="11584516" cy="1158240"/>
          </a:xfrm>
        </p:spPr>
        <p:txBody>
          <a:bodyPr/>
          <a:lstStyle/>
          <a:p>
            <a:r>
              <a:rPr lang="en-US" b="1" dirty="0"/>
              <a:t>Solution 3 Analysis</a:t>
            </a:r>
          </a:p>
        </p:txBody>
      </p:sp>
      <p:sp>
        <p:nvSpPr>
          <p:cNvPr id="2" name="Rectangle: Rounded Corners 1">
            <a:extLst>
              <a:ext uri="{FF2B5EF4-FFF2-40B4-BE49-F238E27FC236}">
                <a16:creationId xmlns:a16="http://schemas.microsoft.com/office/drawing/2014/main" id="{80E2F57C-A865-E5DB-8D8D-679BD96B7063}"/>
              </a:ext>
            </a:extLst>
          </p:cNvPr>
          <p:cNvSpPr/>
          <p:nvPr/>
        </p:nvSpPr>
        <p:spPr>
          <a:xfrm>
            <a:off x="11082130" y="6510130"/>
            <a:ext cx="546653" cy="248479"/>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Rectangle: Rounded Corners 5">
            <a:extLst>
              <a:ext uri="{FF2B5EF4-FFF2-40B4-BE49-F238E27FC236}">
                <a16:creationId xmlns:a16="http://schemas.microsoft.com/office/drawing/2014/main" id="{A2AB66C8-8A99-4AC5-63B7-67D498C55765}"/>
              </a:ext>
            </a:extLst>
          </p:cNvPr>
          <p:cNvSpPr/>
          <p:nvPr/>
        </p:nvSpPr>
        <p:spPr>
          <a:xfrm>
            <a:off x="11082130" y="6510130"/>
            <a:ext cx="546653" cy="248479"/>
          </a:xfrm>
          <a:prstGeom prst="round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文本框 8">
            <a:extLst>
              <a:ext uri="{FF2B5EF4-FFF2-40B4-BE49-F238E27FC236}">
                <a16:creationId xmlns:a16="http://schemas.microsoft.com/office/drawing/2014/main" id="{599F4C98-E458-C69B-E203-45BF0013292A}"/>
              </a:ext>
            </a:extLst>
          </p:cNvPr>
          <p:cNvSpPr txBox="1"/>
          <p:nvPr/>
        </p:nvSpPr>
        <p:spPr>
          <a:xfrm>
            <a:off x="342303" y="1559877"/>
            <a:ext cx="11507393" cy="12182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000" b="1" dirty="0"/>
              <a:t>Procs</a:t>
            </a:r>
            <a:r>
              <a:rPr lang="en-US" altLang="zh-CN" sz="2000" dirty="0"/>
              <a:t>: Avoid creating new RDMA sessions.</a:t>
            </a:r>
          </a:p>
          <a:p>
            <a:r>
              <a:rPr lang="en-US" altLang="zh-CN" sz="2000" b="1" dirty="0"/>
              <a:t>Cons</a:t>
            </a:r>
            <a:r>
              <a:rPr lang="en-US" altLang="zh-CN" sz="2000" dirty="0"/>
              <a:t>: Operate on the same RDMA connection to enlarge the DMA memory. Need to check the performance of Storage sessions.</a:t>
            </a:r>
            <a:endParaRPr lang="zh-CN" altLang="en-US" sz="2000" dirty="0"/>
          </a:p>
        </p:txBody>
      </p:sp>
      <p:pic>
        <p:nvPicPr>
          <p:cNvPr id="11" name="图片 10">
            <a:extLst>
              <a:ext uri="{FF2B5EF4-FFF2-40B4-BE49-F238E27FC236}">
                <a16:creationId xmlns:a16="http://schemas.microsoft.com/office/drawing/2014/main" id="{6F0B7807-B5F3-A792-74EA-6ECFF7A6B08B}"/>
              </a:ext>
            </a:extLst>
          </p:cNvPr>
          <p:cNvPicPr>
            <a:picLocks noChangeAspect="1"/>
          </p:cNvPicPr>
          <p:nvPr/>
        </p:nvPicPr>
        <p:blipFill>
          <a:blip r:embed="rId3"/>
          <a:stretch>
            <a:fillRect/>
          </a:stretch>
        </p:blipFill>
        <p:spPr>
          <a:xfrm>
            <a:off x="1356822" y="3259974"/>
            <a:ext cx="8587740" cy="2956560"/>
          </a:xfrm>
          <a:prstGeom prst="rect">
            <a:avLst/>
          </a:prstGeom>
        </p:spPr>
      </p:pic>
    </p:spTree>
    <p:extLst>
      <p:ext uri="{BB962C8B-B14F-4D97-AF65-F5344CB8AC3E}">
        <p14:creationId xmlns:p14="http://schemas.microsoft.com/office/powerpoint/2010/main" val="3876238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You clap, I clap: Study finds peer pressure drives applause | CTV News">
            <a:extLst>
              <a:ext uri="{FF2B5EF4-FFF2-40B4-BE49-F238E27FC236}">
                <a16:creationId xmlns:a16="http://schemas.microsoft.com/office/drawing/2014/main" id="{0FBB3EC8-D5DB-4DDE-BC68-9C94F72A03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9220" y="1635799"/>
            <a:ext cx="5452310" cy="3636691"/>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EE2556C5-CE8C-6547-B838-EA80C61A4AF7}" type="slidenum">
              <a:rPr lang="en-US" smtClean="0">
                <a:solidFill>
                  <a:prstClr val="white"/>
                </a:solidFill>
              </a:rPr>
              <a:pPr/>
              <a:t>20</a:t>
            </a:fld>
            <a:endParaRPr lang="en-US" dirty="0">
              <a:solidFill>
                <a:prstClr val="white"/>
              </a:solidFill>
            </a:endParaRPr>
          </a:p>
        </p:txBody>
      </p:sp>
      <p:sp>
        <p:nvSpPr>
          <p:cNvPr id="3" name="Title 2"/>
          <p:cNvSpPr>
            <a:spLocks noGrp="1"/>
          </p:cNvSpPr>
          <p:nvPr>
            <p:ph type="title"/>
          </p:nvPr>
        </p:nvSpPr>
        <p:spPr>
          <a:xfrm>
            <a:off x="493830" y="680436"/>
            <a:ext cx="7455617" cy="776405"/>
          </a:xfrm>
        </p:spPr>
        <p:txBody>
          <a:bodyPr/>
          <a:lstStyle/>
          <a:p>
            <a:r>
              <a:rPr lang="en-US" b="1" dirty="0"/>
              <a:t>Thanks for your attention!</a:t>
            </a:r>
          </a:p>
        </p:txBody>
      </p:sp>
      <p:sp>
        <p:nvSpPr>
          <p:cNvPr id="4" name="Content Placeholder 3"/>
          <p:cNvSpPr>
            <a:spLocks noGrp="1"/>
          </p:cNvSpPr>
          <p:nvPr>
            <p:ph sz="quarter" idx="13"/>
          </p:nvPr>
        </p:nvSpPr>
        <p:spPr>
          <a:xfrm>
            <a:off x="1591160" y="1736588"/>
            <a:ext cx="7455617" cy="3165529"/>
          </a:xfrm>
        </p:spPr>
        <p:txBody>
          <a:bodyPr anchor="ctr"/>
          <a:lstStyle/>
          <a:p>
            <a:pPr algn="ctr"/>
            <a:r>
              <a:rPr lang="en-US" sz="5867" b="1" dirty="0"/>
              <a:t>Questions</a:t>
            </a:r>
          </a:p>
        </p:txBody>
      </p:sp>
      <p:sp>
        <p:nvSpPr>
          <p:cNvPr id="5" name="Rectangle: Rounded Corners 4">
            <a:extLst>
              <a:ext uri="{FF2B5EF4-FFF2-40B4-BE49-F238E27FC236}">
                <a16:creationId xmlns:a16="http://schemas.microsoft.com/office/drawing/2014/main" id="{DC66AE09-988E-E55D-F333-A346A0254308}"/>
              </a:ext>
            </a:extLst>
          </p:cNvPr>
          <p:cNvSpPr/>
          <p:nvPr/>
        </p:nvSpPr>
        <p:spPr>
          <a:xfrm>
            <a:off x="11032435" y="6490252"/>
            <a:ext cx="606287" cy="298174"/>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Rectangle: Rounded Corners 5">
            <a:extLst>
              <a:ext uri="{FF2B5EF4-FFF2-40B4-BE49-F238E27FC236}">
                <a16:creationId xmlns:a16="http://schemas.microsoft.com/office/drawing/2014/main" id="{BE663C6C-C88A-20AB-B612-F6D07079E524}"/>
              </a:ext>
            </a:extLst>
          </p:cNvPr>
          <p:cNvSpPr/>
          <p:nvPr/>
        </p:nvSpPr>
        <p:spPr>
          <a:xfrm>
            <a:off x="11032435" y="6490252"/>
            <a:ext cx="606287" cy="298174"/>
          </a:xfrm>
          <a:prstGeom prst="round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880071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OFFISYNC_SLIDE_GUID" val="782f1de8-65db-4132-9a72-4ddddff62cd5"/>
</p:tagLst>
</file>

<file path=ppt/tags/tag2.xml><?xml version="1.0" encoding="utf-8"?>
<p:tagLst xmlns:a="http://schemas.openxmlformats.org/drawingml/2006/main" xmlns:r="http://schemas.openxmlformats.org/officeDocument/2006/relationships" xmlns:p="http://schemas.openxmlformats.org/presentationml/2006/main">
  <p:tag name="TIMING" val="|8.5"/>
</p:tagLst>
</file>

<file path=ppt/tags/tag3.xml><?xml version="1.0" encoding="utf-8"?>
<p:tagLst xmlns:a="http://schemas.openxmlformats.org/drawingml/2006/main" xmlns:r="http://schemas.openxmlformats.org/officeDocument/2006/relationships" xmlns:p="http://schemas.openxmlformats.org/presentationml/2006/main">
  <p:tag name="OFFISYNC_SLIDE_GUID" val="345a4760-a4f8-428d-89dc-f43356093564"/>
</p:tagLst>
</file>

<file path=ppt/tags/tag4.xml><?xml version="1.0" encoding="utf-8"?>
<p:tagLst xmlns:a="http://schemas.openxmlformats.org/drawingml/2006/main" xmlns:r="http://schemas.openxmlformats.org/officeDocument/2006/relationships" xmlns:p="http://schemas.openxmlformats.org/presentationml/2006/main">
  <p:tag name="TIMING" val="|24.5|16.8|8.6|14|19.7|7"/>
</p:tagLst>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AF78BD9107227478E97F34C892E63C7" ma:contentTypeVersion="3" ma:contentTypeDescription="Create a new document." ma:contentTypeScope="" ma:versionID="14694b22b6fda70a3b0ea14a7a688ddc">
  <xsd:schema xmlns:xsd="http://www.w3.org/2001/XMLSchema" xmlns:xs="http://www.w3.org/2001/XMLSchema" xmlns:p="http://schemas.microsoft.com/office/2006/metadata/properties" xmlns:ns2="91d9de66-cf8b-4742-9ac0-77e191acda53" targetNamespace="http://schemas.microsoft.com/office/2006/metadata/properties" ma:root="true" ma:fieldsID="6ab55ef9fdc8244a590a22cd1e03b183" ns2:_="">
    <xsd:import namespace="91d9de66-cf8b-4742-9ac0-77e191acda53"/>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d9de66-cf8b-4742-9ac0-77e191acda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4B8A99-8161-4D52-8DFD-478F5C1B3170}">
  <ds:schemaRefs>
    <ds:schemaRef ds:uri="http://purl.org/dc/terms/"/>
    <ds:schemaRef ds:uri="http://schemas.microsoft.com/office/2006/documentManagement/types"/>
    <ds:schemaRef ds:uri="http://schemas.microsoft.com/office/2006/metadata/properties"/>
    <ds:schemaRef ds:uri="af31d01f-95c3-421f-9bff-37f175afe708"/>
    <ds:schemaRef ds:uri="2564eeb8-675e-4649-8703-54964087b74f"/>
    <ds:schemaRef ds:uri="http://purl.org/dc/elements/1.1/"/>
    <ds:schemaRef ds:uri="http://schemas.openxmlformats.org/package/2006/metadata/core-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D1138C22-8D69-4BE3-BB36-E6A66390B8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1d9de66-cf8b-4742-9ac0-77e191acda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01C66F3-FBD8-4B0F-98D9-445FE3649D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12885</TotalTime>
  <Words>1430</Words>
  <Application>Microsoft Office PowerPoint</Application>
  <PresentationFormat>宽屏</PresentationFormat>
  <Paragraphs>104</Paragraphs>
  <Slides>20</Slides>
  <Notes>17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Helvetica</vt:lpstr>
      <vt:lpstr>Helvetica Neue</vt:lpstr>
      <vt:lpstr>Helvetica Neue Medium</vt:lpstr>
      <vt:lpstr>Intel Clear</vt:lpstr>
      <vt:lpstr>Intel Clear Light</vt:lpstr>
      <vt:lpstr>Intel Clear Pro</vt:lpstr>
      <vt:lpstr>ＭＳ Ｐゴシック</vt:lpstr>
      <vt:lpstr>宋体</vt:lpstr>
      <vt:lpstr>Arial</vt:lpstr>
      <vt:lpstr>Calibri</vt:lpstr>
      <vt:lpstr>Wingdings</vt:lpstr>
      <vt:lpstr>21_BasicWhite</vt:lpstr>
      <vt:lpstr>KHO/LUO and Live Update Introduction</vt:lpstr>
      <vt:lpstr>Agenda</vt:lpstr>
      <vt:lpstr>Background</vt:lpstr>
      <vt:lpstr>eBPF Introduction</vt:lpstr>
      <vt:lpstr>eBPF Architecture</vt:lpstr>
      <vt:lpstr>Usage of eBPF</vt:lpstr>
      <vt:lpstr>PowerPoint 演示文稿</vt:lpstr>
      <vt:lpstr>Infiniband and RoCE</vt:lpstr>
      <vt:lpstr>RoCEv2</vt:lpstr>
      <vt:lpstr>RDMA in Storage Network</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Solution 3</vt:lpstr>
      <vt:lpstr>Solution 3 Analysis</vt:lpstr>
      <vt:lpstr>Thanks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Yanjun Zhu</cp:lastModifiedBy>
  <cp:revision>305</cp:revision>
  <dcterms:modified xsi:type="dcterms:W3CDTF">2025-10-03T04:38:29Z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0x0101004AF78BD9107227478E97F34C892E63C7</vt:lpwstr>
  </property>
</Properties>
</file>